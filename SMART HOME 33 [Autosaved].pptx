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5" autoAdjust="0"/>
    <p:restoredTop sz="94660"/>
  </p:normalViewPr>
  <p:slideViewPr>
    <p:cSldViewPr>
      <p:cViewPr varScale="1">
        <p:scale>
          <a:sx n="62" d="100"/>
          <a:sy n="62" d="100"/>
        </p:scale>
        <p:origin x="52" y="1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rgbClr val="331C2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331C2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rgbClr val="331C2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331C2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rgbClr val="331C2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189722"/>
            <a:ext cx="18287999" cy="109727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" y="0"/>
            <a:ext cx="18287492" cy="102870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3029254"/>
            <a:ext cx="18288000" cy="615886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rgbClr val="331C2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9188132"/>
                </a:moveTo>
                <a:lnTo>
                  <a:pt x="0" y="9188132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9188132"/>
                </a:lnTo>
                <a:close/>
              </a:path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3029267"/>
                </a:lnTo>
                <a:lnTo>
                  <a:pt x="18288000" y="3029267"/>
                </a:lnTo>
                <a:lnTo>
                  <a:pt x="18288000" y="0"/>
                </a:lnTo>
                <a:close/>
              </a:path>
            </a:pathLst>
          </a:custGeom>
          <a:solidFill>
            <a:srgbClr val="ECDFD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29267"/>
            <a:ext cx="18288000" cy="615886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189722"/>
            <a:ext cx="18287999" cy="109727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9186265"/>
            <a:ext cx="18288000" cy="12700"/>
          </a:xfrm>
          <a:custGeom>
            <a:avLst/>
            <a:gdLst/>
            <a:ahLst/>
            <a:cxnLst/>
            <a:rect l="l" t="t" r="r" b="b"/>
            <a:pathLst>
              <a:path w="18288000" h="12700">
                <a:moveTo>
                  <a:pt x="0" y="12700"/>
                </a:moveTo>
                <a:lnTo>
                  <a:pt x="18288000" y="12700"/>
                </a:lnTo>
                <a:lnTo>
                  <a:pt x="182880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0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>
                <a:moveTo>
                  <a:pt x="4303103" y="10287013"/>
                </a:moveTo>
                <a:lnTo>
                  <a:pt x="4266997" y="10209555"/>
                </a:lnTo>
                <a:lnTo>
                  <a:pt x="4243273" y="10165728"/>
                </a:lnTo>
                <a:lnTo>
                  <a:pt x="4217695" y="10123145"/>
                </a:lnTo>
                <a:lnTo>
                  <a:pt x="4190276" y="10081920"/>
                </a:lnTo>
                <a:lnTo>
                  <a:pt x="4161002" y="10042195"/>
                </a:lnTo>
                <a:lnTo>
                  <a:pt x="4129862" y="10004095"/>
                </a:lnTo>
                <a:lnTo>
                  <a:pt x="4096867" y="9967760"/>
                </a:lnTo>
                <a:lnTo>
                  <a:pt x="4061980" y="9933330"/>
                </a:lnTo>
                <a:lnTo>
                  <a:pt x="4025227" y="9900907"/>
                </a:lnTo>
                <a:lnTo>
                  <a:pt x="3986580" y="9870643"/>
                </a:lnTo>
                <a:lnTo>
                  <a:pt x="3946042" y="9842678"/>
                </a:lnTo>
                <a:lnTo>
                  <a:pt x="3903611" y="9817125"/>
                </a:lnTo>
                <a:lnTo>
                  <a:pt x="3858691" y="9793643"/>
                </a:lnTo>
                <a:lnTo>
                  <a:pt x="3812692" y="9772726"/>
                </a:lnTo>
                <a:lnTo>
                  <a:pt x="3765778" y="9753956"/>
                </a:lnTo>
                <a:lnTo>
                  <a:pt x="3718128" y="9736899"/>
                </a:lnTo>
                <a:lnTo>
                  <a:pt x="3669931" y="9721126"/>
                </a:lnTo>
                <a:lnTo>
                  <a:pt x="3475075" y="9662312"/>
                </a:lnTo>
                <a:lnTo>
                  <a:pt x="3426739" y="9646539"/>
                </a:lnTo>
                <a:lnTo>
                  <a:pt x="3378898" y="9629470"/>
                </a:lnTo>
                <a:lnTo>
                  <a:pt x="3331730" y="9610700"/>
                </a:lnTo>
                <a:lnTo>
                  <a:pt x="3287014" y="9590595"/>
                </a:lnTo>
                <a:lnTo>
                  <a:pt x="3243338" y="9568447"/>
                </a:lnTo>
                <a:lnTo>
                  <a:pt x="3200743" y="9544317"/>
                </a:lnTo>
                <a:lnTo>
                  <a:pt x="3159302" y="9518307"/>
                </a:lnTo>
                <a:lnTo>
                  <a:pt x="3119069" y="9490469"/>
                </a:lnTo>
                <a:lnTo>
                  <a:pt x="3080080" y="9460890"/>
                </a:lnTo>
                <a:lnTo>
                  <a:pt x="3042412" y="9429636"/>
                </a:lnTo>
                <a:lnTo>
                  <a:pt x="3006102" y="9396768"/>
                </a:lnTo>
                <a:lnTo>
                  <a:pt x="2971203" y="9362389"/>
                </a:lnTo>
                <a:lnTo>
                  <a:pt x="2937789" y="9326550"/>
                </a:lnTo>
                <a:lnTo>
                  <a:pt x="2905912" y="9289313"/>
                </a:lnTo>
                <a:lnTo>
                  <a:pt x="2875610" y="9250782"/>
                </a:lnTo>
                <a:lnTo>
                  <a:pt x="2846946" y="9211018"/>
                </a:lnTo>
                <a:lnTo>
                  <a:pt x="2819984" y="9170086"/>
                </a:lnTo>
                <a:lnTo>
                  <a:pt x="2794762" y="9128061"/>
                </a:lnTo>
                <a:lnTo>
                  <a:pt x="2771343" y="9085034"/>
                </a:lnTo>
                <a:lnTo>
                  <a:pt x="2749791" y="9041054"/>
                </a:lnTo>
                <a:lnTo>
                  <a:pt x="2730144" y="8996210"/>
                </a:lnTo>
                <a:lnTo>
                  <a:pt x="2712466" y="8950566"/>
                </a:lnTo>
                <a:lnTo>
                  <a:pt x="2696819" y="8904199"/>
                </a:lnTo>
                <a:lnTo>
                  <a:pt x="2683243" y="8857183"/>
                </a:lnTo>
                <a:lnTo>
                  <a:pt x="2671800" y="8809584"/>
                </a:lnTo>
                <a:lnTo>
                  <a:pt x="2662542" y="8761489"/>
                </a:lnTo>
                <a:lnTo>
                  <a:pt x="2655532" y="8712975"/>
                </a:lnTo>
                <a:lnTo>
                  <a:pt x="2650718" y="8665769"/>
                </a:lnTo>
                <a:lnTo>
                  <a:pt x="2647531" y="8618144"/>
                </a:lnTo>
                <a:lnTo>
                  <a:pt x="2645727" y="8570163"/>
                </a:lnTo>
                <a:lnTo>
                  <a:pt x="2645054" y="8521903"/>
                </a:lnTo>
                <a:lnTo>
                  <a:pt x="2645232" y="8473453"/>
                </a:lnTo>
                <a:lnTo>
                  <a:pt x="2646032" y="8424888"/>
                </a:lnTo>
                <a:lnTo>
                  <a:pt x="2647175" y="8376285"/>
                </a:lnTo>
                <a:lnTo>
                  <a:pt x="2648420" y="8327707"/>
                </a:lnTo>
                <a:lnTo>
                  <a:pt x="2649499" y="8279244"/>
                </a:lnTo>
                <a:lnTo>
                  <a:pt x="2650159" y="8230984"/>
                </a:lnTo>
                <a:lnTo>
                  <a:pt x="2650159" y="8182978"/>
                </a:lnTo>
                <a:lnTo>
                  <a:pt x="2649220" y="8135328"/>
                </a:lnTo>
                <a:lnTo>
                  <a:pt x="2647099" y="8088096"/>
                </a:lnTo>
                <a:lnTo>
                  <a:pt x="2643543" y="8041360"/>
                </a:lnTo>
                <a:lnTo>
                  <a:pt x="2638285" y="7995209"/>
                </a:lnTo>
                <a:lnTo>
                  <a:pt x="2631071" y="7949705"/>
                </a:lnTo>
                <a:lnTo>
                  <a:pt x="2621648" y="7904937"/>
                </a:lnTo>
                <a:lnTo>
                  <a:pt x="2609761" y="7860982"/>
                </a:lnTo>
                <a:lnTo>
                  <a:pt x="2595143" y="7817917"/>
                </a:lnTo>
                <a:lnTo>
                  <a:pt x="2577554" y="7775803"/>
                </a:lnTo>
                <a:lnTo>
                  <a:pt x="2556726" y="7734744"/>
                </a:lnTo>
                <a:lnTo>
                  <a:pt x="2532405" y="7694790"/>
                </a:lnTo>
                <a:lnTo>
                  <a:pt x="2504008" y="7655839"/>
                </a:lnTo>
                <a:lnTo>
                  <a:pt x="2472753" y="7619708"/>
                </a:lnTo>
                <a:lnTo>
                  <a:pt x="2438882" y="7586269"/>
                </a:lnTo>
                <a:lnTo>
                  <a:pt x="2402598" y="7555458"/>
                </a:lnTo>
                <a:lnTo>
                  <a:pt x="2364130" y="7527150"/>
                </a:lnTo>
                <a:lnTo>
                  <a:pt x="2323719" y="7501255"/>
                </a:lnTo>
                <a:lnTo>
                  <a:pt x="2281567" y="7477658"/>
                </a:lnTo>
                <a:lnTo>
                  <a:pt x="2237905" y="7456259"/>
                </a:lnTo>
                <a:lnTo>
                  <a:pt x="2192947" y="7436967"/>
                </a:lnTo>
                <a:lnTo>
                  <a:pt x="2146935" y="7419683"/>
                </a:lnTo>
                <a:lnTo>
                  <a:pt x="2100084" y="7404290"/>
                </a:lnTo>
                <a:lnTo>
                  <a:pt x="2052612" y="7390689"/>
                </a:lnTo>
                <a:lnTo>
                  <a:pt x="2004745" y="7378789"/>
                </a:lnTo>
                <a:lnTo>
                  <a:pt x="1956701" y="7368489"/>
                </a:lnTo>
                <a:lnTo>
                  <a:pt x="1908708" y="7359675"/>
                </a:lnTo>
                <a:lnTo>
                  <a:pt x="1857286" y="7351535"/>
                </a:lnTo>
                <a:lnTo>
                  <a:pt x="1804885" y="7344245"/>
                </a:lnTo>
                <a:lnTo>
                  <a:pt x="1546504" y="7313523"/>
                </a:lnTo>
                <a:lnTo>
                  <a:pt x="1494878" y="7306615"/>
                </a:lnTo>
                <a:lnTo>
                  <a:pt x="1443469" y="7298868"/>
                </a:lnTo>
                <a:lnTo>
                  <a:pt x="1392313" y="7290028"/>
                </a:lnTo>
                <a:lnTo>
                  <a:pt x="1341488" y="7279856"/>
                </a:lnTo>
                <a:lnTo>
                  <a:pt x="1291056" y="7268070"/>
                </a:lnTo>
                <a:lnTo>
                  <a:pt x="1241056" y="7254443"/>
                </a:lnTo>
                <a:lnTo>
                  <a:pt x="1191552" y="7238708"/>
                </a:lnTo>
                <a:lnTo>
                  <a:pt x="1145298" y="7221677"/>
                </a:lnTo>
                <a:lnTo>
                  <a:pt x="1100074" y="7202716"/>
                </a:lnTo>
                <a:lnTo>
                  <a:pt x="1055890" y="7181888"/>
                </a:lnTo>
                <a:lnTo>
                  <a:pt x="1012761" y="7159231"/>
                </a:lnTo>
                <a:lnTo>
                  <a:pt x="970673" y="7134834"/>
                </a:lnTo>
                <a:lnTo>
                  <a:pt x="929665" y="7108749"/>
                </a:lnTo>
                <a:lnTo>
                  <a:pt x="889736" y="7081037"/>
                </a:lnTo>
                <a:lnTo>
                  <a:pt x="850887" y="7051764"/>
                </a:lnTo>
                <a:lnTo>
                  <a:pt x="813130" y="7020979"/>
                </a:lnTo>
                <a:lnTo>
                  <a:pt x="776478" y="6988759"/>
                </a:lnTo>
                <a:lnTo>
                  <a:pt x="740930" y="6955168"/>
                </a:lnTo>
                <a:lnTo>
                  <a:pt x="706513" y="6920255"/>
                </a:lnTo>
                <a:lnTo>
                  <a:pt x="673227" y="6884098"/>
                </a:lnTo>
                <a:lnTo>
                  <a:pt x="641070" y="6846748"/>
                </a:lnTo>
                <a:lnTo>
                  <a:pt x="610082" y="6808267"/>
                </a:lnTo>
                <a:lnTo>
                  <a:pt x="580237" y="6768732"/>
                </a:lnTo>
                <a:lnTo>
                  <a:pt x="551561" y="6728180"/>
                </a:lnTo>
                <a:lnTo>
                  <a:pt x="524065" y="6686690"/>
                </a:lnTo>
                <a:lnTo>
                  <a:pt x="497751" y="6644322"/>
                </a:lnTo>
                <a:lnTo>
                  <a:pt x="472630" y="6601142"/>
                </a:lnTo>
                <a:lnTo>
                  <a:pt x="448716" y="6557213"/>
                </a:lnTo>
                <a:lnTo>
                  <a:pt x="426008" y="6512585"/>
                </a:lnTo>
                <a:lnTo>
                  <a:pt x="404533" y="6467322"/>
                </a:lnTo>
                <a:lnTo>
                  <a:pt x="384289" y="6421501"/>
                </a:lnTo>
                <a:lnTo>
                  <a:pt x="365277" y="6375184"/>
                </a:lnTo>
                <a:lnTo>
                  <a:pt x="347522" y="6328410"/>
                </a:lnTo>
                <a:lnTo>
                  <a:pt x="331012" y="6281255"/>
                </a:lnTo>
                <a:lnTo>
                  <a:pt x="315785" y="6233795"/>
                </a:lnTo>
                <a:lnTo>
                  <a:pt x="301828" y="6186068"/>
                </a:lnTo>
                <a:lnTo>
                  <a:pt x="289153" y="6138151"/>
                </a:lnTo>
                <a:lnTo>
                  <a:pt x="277647" y="6089789"/>
                </a:lnTo>
                <a:lnTo>
                  <a:pt x="267195" y="6041237"/>
                </a:lnTo>
                <a:lnTo>
                  <a:pt x="257746" y="5992507"/>
                </a:lnTo>
                <a:lnTo>
                  <a:pt x="249288" y="5943600"/>
                </a:lnTo>
                <a:lnTo>
                  <a:pt x="241769" y="5894552"/>
                </a:lnTo>
                <a:lnTo>
                  <a:pt x="235165" y="5845378"/>
                </a:lnTo>
                <a:lnTo>
                  <a:pt x="229425" y="5796089"/>
                </a:lnTo>
                <a:lnTo>
                  <a:pt x="224510" y="5746686"/>
                </a:lnTo>
                <a:lnTo>
                  <a:pt x="220408" y="5697220"/>
                </a:lnTo>
                <a:lnTo>
                  <a:pt x="217055" y="5647664"/>
                </a:lnTo>
                <a:lnTo>
                  <a:pt x="214426" y="5598071"/>
                </a:lnTo>
                <a:lnTo>
                  <a:pt x="212483" y="5548439"/>
                </a:lnTo>
                <a:lnTo>
                  <a:pt x="211188" y="5498795"/>
                </a:lnTo>
                <a:lnTo>
                  <a:pt x="210515" y="5449138"/>
                </a:lnTo>
                <a:lnTo>
                  <a:pt x="210413" y="5399506"/>
                </a:lnTo>
                <a:lnTo>
                  <a:pt x="210858" y="5349887"/>
                </a:lnTo>
                <a:lnTo>
                  <a:pt x="211950" y="5310111"/>
                </a:lnTo>
                <a:lnTo>
                  <a:pt x="213410" y="5268061"/>
                </a:lnTo>
                <a:lnTo>
                  <a:pt x="214210" y="5224805"/>
                </a:lnTo>
                <a:lnTo>
                  <a:pt x="213372" y="5181422"/>
                </a:lnTo>
                <a:lnTo>
                  <a:pt x="209854" y="5138940"/>
                </a:lnTo>
                <a:lnTo>
                  <a:pt x="202641" y="5098440"/>
                </a:lnTo>
                <a:lnTo>
                  <a:pt x="190741" y="5060975"/>
                </a:lnTo>
                <a:lnTo>
                  <a:pt x="148805" y="4999393"/>
                </a:lnTo>
                <a:lnTo>
                  <a:pt x="116725" y="4977396"/>
                </a:lnTo>
                <a:lnTo>
                  <a:pt x="75907" y="4962677"/>
                </a:lnTo>
                <a:lnTo>
                  <a:pt x="25336" y="4956289"/>
                </a:lnTo>
                <a:lnTo>
                  <a:pt x="0" y="4958372"/>
                </a:lnTo>
                <a:lnTo>
                  <a:pt x="0" y="10287000"/>
                </a:lnTo>
                <a:lnTo>
                  <a:pt x="4303103" y="10287013"/>
                </a:lnTo>
                <a:close/>
              </a:path>
              <a:path w="18288000" h="10287635">
                <a:moveTo>
                  <a:pt x="18287988" y="12"/>
                </a:moveTo>
                <a:lnTo>
                  <a:pt x="12752502" y="0"/>
                </a:lnTo>
                <a:lnTo>
                  <a:pt x="12756325" y="16383"/>
                </a:lnTo>
                <a:lnTo>
                  <a:pt x="12768733" y="64236"/>
                </a:lnTo>
                <a:lnTo>
                  <a:pt x="12782423" y="111772"/>
                </a:lnTo>
                <a:lnTo>
                  <a:pt x="12797447" y="158953"/>
                </a:lnTo>
                <a:lnTo>
                  <a:pt x="12813894" y="205740"/>
                </a:lnTo>
                <a:lnTo>
                  <a:pt x="12831940" y="252183"/>
                </a:lnTo>
                <a:lnTo>
                  <a:pt x="12851727" y="298119"/>
                </a:lnTo>
                <a:lnTo>
                  <a:pt x="12873228" y="343408"/>
                </a:lnTo>
                <a:lnTo>
                  <a:pt x="12896418" y="387934"/>
                </a:lnTo>
                <a:lnTo>
                  <a:pt x="12921285" y="431546"/>
                </a:lnTo>
                <a:lnTo>
                  <a:pt x="12947815" y="474141"/>
                </a:lnTo>
                <a:lnTo>
                  <a:pt x="12975984" y="515556"/>
                </a:lnTo>
                <a:lnTo>
                  <a:pt x="13005778" y="555688"/>
                </a:lnTo>
                <a:lnTo>
                  <a:pt x="13037160" y="594398"/>
                </a:lnTo>
                <a:lnTo>
                  <a:pt x="13070142" y="631545"/>
                </a:lnTo>
                <a:lnTo>
                  <a:pt x="13104686" y="667016"/>
                </a:lnTo>
                <a:lnTo>
                  <a:pt x="13140766" y="700671"/>
                </a:lnTo>
                <a:lnTo>
                  <a:pt x="13178396" y="732383"/>
                </a:lnTo>
                <a:lnTo>
                  <a:pt x="13217525" y="762025"/>
                </a:lnTo>
                <a:lnTo>
                  <a:pt x="13258140" y="789444"/>
                </a:lnTo>
                <a:lnTo>
                  <a:pt x="13300240" y="814539"/>
                </a:lnTo>
                <a:lnTo>
                  <a:pt x="13343801" y="837171"/>
                </a:lnTo>
                <a:lnTo>
                  <a:pt x="13388797" y="857199"/>
                </a:lnTo>
                <a:lnTo>
                  <a:pt x="13435203" y="874509"/>
                </a:lnTo>
                <a:lnTo>
                  <a:pt x="13483679" y="889317"/>
                </a:lnTo>
                <a:lnTo>
                  <a:pt x="13532752" y="901407"/>
                </a:lnTo>
                <a:lnTo>
                  <a:pt x="13582320" y="911212"/>
                </a:lnTo>
                <a:lnTo>
                  <a:pt x="13632294" y="919213"/>
                </a:lnTo>
                <a:lnTo>
                  <a:pt x="13682574" y="925842"/>
                </a:lnTo>
                <a:lnTo>
                  <a:pt x="13884923" y="947775"/>
                </a:lnTo>
                <a:lnTo>
                  <a:pt x="13935342" y="954379"/>
                </a:lnTo>
                <a:lnTo>
                  <a:pt x="13985507" y="962329"/>
                </a:lnTo>
                <a:lnTo>
                  <a:pt x="14035329" y="972108"/>
                </a:lnTo>
                <a:lnTo>
                  <a:pt x="14082979" y="983640"/>
                </a:lnTo>
                <a:lnTo>
                  <a:pt x="14129982" y="997369"/>
                </a:lnTo>
                <a:lnTo>
                  <a:pt x="14176286" y="1013231"/>
                </a:lnTo>
                <a:lnTo>
                  <a:pt x="14221816" y="1031176"/>
                </a:lnTo>
                <a:lnTo>
                  <a:pt x="14266494" y="1051115"/>
                </a:lnTo>
                <a:lnTo>
                  <a:pt x="14310259" y="1073023"/>
                </a:lnTo>
                <a:lnTo>
                  <a:pt x="14353045" y="1096810"/>
                </a:lnTo>
                <a:lnTo>
                  <a:pt x="14394777" y="1122413"/>
                </a:lnTo>
                <a:lnTo>
                  <a:pt x="14435404" y="1149794"/>
                </a:lnTo>
                <a:lnTo>
                  <a:pt x="14474851" y="1178877"/>
                </a:lnTo>
                <a:lnTo>
                  <a:pt x="14513039" y="1209586"/>
                </a:lnTo>
                <a:lnTo>
                  <a:pt x="14549920" y="1241882"/>
                </a:lnTo>
                <a:lnTo>
                  <a:pt x="14585417" y="1275702"/>
                </a:lnTo>
                <a:lnTo>
                  <a:pt x="14619453" y="1310957"/>
                </a:lnTo>
                <a:lnTo>
                  <a:pt x="14651977" y="1347622"/>
                </a:lnTo>
                <a:lnTo>
                  <a:pt x="14682927" y="1385608"/>
                </a:lnTo>
                <a:lnTo>
                  <a:pt x="14712214" y="1424863"/>
                </a:lnTo>
                <a:lnTo>
                  <a:pt x="14739773" y="1465326"/>
                </a:lnTo>
                <a:lnTo>
                  <a:pt x="14765554" y="1506943"/>
                </a:lnTo>
                <a:lnTo>
                  <a:pt x="14789480" y="1549628"/>
                </a:lnTo>
                <a:lnTo>
                  <a:pt x="14811477" y="1593342"/>
                </a:lnTo>
                <a:lnTo>
                  <a:pt x="14831492" y="1638007"/>
                </a:lnTo>
                <a:lnTo>
                  <a:pt x="14849437" y="1683575"/>
                </a:lnTo>
                <a:lnTo>
                  <a:pt x="14865274" y="1729981"/>
                </a:lnTo>
                <a:lnTo>
                  <a:pt x="14878698" y="1775498"/>
                </a:lnTo>
                <a:lnTo>
                  <a:pt x="14890585" y="1821726"/>
                </a:lnTo>
                <a:lnTo>
                  <a:pt x="14901190" y="1868551"/>
                </a:lnTo>
                <a:lnTo>
                  <a:pt x="14910740" y="1915845"/>
                </a:lnTo>
                <a:lnTo>
                  <a:pt x="14919490" y="1963508"/>
                </a:lnTo>
                <a:lnTo>
                  <a:pt x="14927644" y="2011387"/>
                </a:lnTo>
                <a:lnTo>
                  <a:pt x="14935467" y="2059381"/>
                </a:lnTo>
                <a:lnTo>
                  <a:pt x="14943201" y="2107349"/>
                </a:lnTo>
                <a:lnTo>
                  <a:pt x="14951050" y="2155177"/>
                </a:lnTo>
                <a:lnTo>
                  <a:pt x="14959292" y="2202751"/>
                </a:lnTo>
                <a:lnTo>
                  <a:pt x="14968131" y="2249919"/>
                </a:lnTo>
                <a:lnTo>
                  <a:pt x="14977821" y="2296591"/>
                </a:lnTo>
                <a:lnTo>
                  <a:pt x="14988604" y="2342629"/>
                </a:lnTo>
                <a:lnTo>
                  <a:pt x="15000720" y="2387904"/>
                </a:lnTo>
                <a:lnTo>
                  <a:pt x="15014385" y="2432304"/>
                </a:lnTo>
                <a:lnTo>
                  <a:pt x="15029853" y="2475700"/>
                </a:lnTo>
                <a:lnTo>
                  <a:pt x="15047354" y="2517965"/>
                </a:lnTo>
                <a:lnTo>
                  <a:pt x="15067141" y="2558973"/>
                </a:lnTo>
                <a:lnTo>
                  <a:pt x="15089429" y="2598623"/>
                </a:lnTo>
                <a:lnTo>
                  <a:pt x="15114473" y="2636774"/>
                </a:lnTo>
                <a:lnTo>
                  <a:pt x="15142502" y="2673299"/>
                </a:lnTo>
                <a:lnTo>
                  <a:pt x="15173757" y="2708084"/>
                </a:lnTo>
                <a:lnTo>
                  <a:pt x="15208847" y="2741142"/>
                </a:lnTo>
                <a:lnTo>
                  <a:pt x="15246223" y="2770911"/>
                </a:lnTo>
                <a:lnTo>
                  <a:pt x="15285669" y="2797530"/>
                </a:lnTo>
                <a:lnTo>
                  <a:pt x="15327008" y="2821140"/>
                </a:lnTo>
                <a:lnTo>
                  <a:pt x="15370023" y="2841879"/>
                </a:lnTo>
                <a:lnTo>
                  <a:pt x="15414524" y="2859900"/>
                </a:lnTo>
                <a:lnTo>
                  <a:pt x="15429814" y="2865043"/>
                </a:lnTo>
                <a:lnTo>
                  <a:pt x="15460294" y="2875330"/>
                </a:lnTo>
                <a:lnTo>
                  <a:pt x="15507157" y="2888310"/>
                </a:lnTo>
                <a:lnTo>
                  <a:pt x="15554884" y="2899003"/>
                </a:lnTo>
                <a:lnTo>
                  <a:pt x="15603296" y="2907525"/>
                </a:lnTo>
                <a:lnTo>
                  <a:pt x="15652191" y="2914027"/>
                </a:lnTo>
                <a:lnTo>
                  <a:pt x="15701353" y="2918637"/>
                </a:lnTo>
                <a:lnTo>
                  <a:pt x="15750591" y="2921533"/>
                </a:lnTo>
                <a:lnTo>
                  <a:pt x="15799715" y="2922816"/>
                </a:lnTo>
                <a:lnTo>
                  <a:pt x="15848495" y="2922638"/>
                </a:lnTo>
                <a:lnTo>
                  <a:pt x="15900553" y="2921165"/>
                </a:lnTo>
                <a:lnTo>
                  <a:pt x="15953524" y="2918688"/>
                </a:lnTo>
                <a:lnTo>
                  <a:pt x="16213023" y="2901315"/>
                </a:lnTo>
                <a:lnTo>
                  <a:pt x="16265030" y="2898597"/>
                </a:lnTo>
                <a:lnTo>
                  <a:pt x="16316998" y="2896743"/>
                </a:lnTo>
                <a:lnTo>
                  <a:pt x="16368891" y="2896019"/>
                </a:lnTo>
                <a:lnTo>
                  <a:pt x="16420719" y="2896666"/>
                </a:lnTo>
                <a:lnTo>
                  <a:pt x="16472472" y="2898952"/>
                </a:lnTo>
                <a:lnTo>
                  <a:pt x="16524123" y="2903143"/>
                </a:lnTo>
                <a:lnTo>
                  <a:pt x="16575685" y="2909493"/>
                </a:lnTo>
                <a:lnTo>
                  <a:pt x="16624275" y="2917710"/>
                </a:lnTo>
                <a:lnTo>
                  <a:pt x="16672217" y="2928023"/>
                </a:lnTo>
                <a:lnTo>
                  <a:pt x="16719487" y="2940367"/>
                </a:lnTo>
                <a:lnTo>
                  <a:pt x="16766045" y="2954693"/>
                </a:lnTo>
                <a:lnTo>
                  <a:pt x="16811905" y="2970923"/>
                </a:lnTo>
                <a:lnTo>
                  <a:pt x="16857015" y="2989008"/>
                </a:lnTo>
                <a:lnTo>
                  <a:pt x="16901376" y="3008896"/>
                </a:lnTo>
                <a:lnTo>
                  <a:pt x="16944950" y="3030524"/>
                </a:lnTo>
                <a:lnTo>
                  <a:pt x="16987724" y="3053829"/>
                </a:lnTo>
                <a:lnTo>
                  <a:pt x="17029684" y="3078746"/>
                </a:lnTo>
                <a:lnTo>
                  <a:pt x="17070807" y="3105213"/>
                </a:lnTo>
                <a:lnTo>
                  <a:pt x="17111066" y="3133191"/>
                </a:lnTo>
                <a:lnTo>
                  <a:pt x="17150436" y="3162604"/>
                </a:lnTo>
                <a:lnTo>
                  <a:pt x="17188917" y="3193402"/>
                </a:lnTo>
                <a:lnTo>
                  <a:pt x="17226471" y="3225508"/>
                </a:lnTo>
                <a:lnTo>
                  <a:pt x="17263085" y="3258883"/>
                </a:lnTo>
                <a:lnTo>
                  <a:pt x="17298734" y="3293465"/>
                </a:lnTo>
                <a:lnTo>
                  <a:pt x="17333405" y="3329178"/>
                </a:lnTo>
                <a:lnTo>
                  <a:pt x="17367073" y="3365970"/>
                </a:lnTo>
                <a:lnTo>
                  <a:pt x="17399712" y="3403790"/>
                </a:lnTo>
                <a:lnTo>
                  <a:pt x="17431296" y="3442576"/>
                </a:lnTo>
                <a:lnTo>
                  <a:pt x="17461827" y="3482251"/>
                </a:lnTo>
                <a:lnTo>
                  <a:pt x="17491279" y="3522776"/>
                </a:lnTo>
                <a:lnTo>
                  <a:pt x="17519625" y="3564090"/>
                </a:lnTo>
                <a:lnTo>
                  <a:pt x="17546828" y="3606127"/>
                </a:lnTo>
                <a:lnTo>
                  <a:pt x="17572901" y="3648824"/>
                </a:lnTo>
                <a:lnTo>
                  <a:pt x="17597806" y="3692131"/>
                </a:lnTo>
                <a:lnTo>
                  <a:pt x="17621517" y="3735984"/>
                </a:lnTo>
                <a:lnTo>
                  <a:pt x="17644021" y="3780320"/>
                </a:lnTo>
                <a:lnTo>
                  <a:pt x="17665294" y="3825087"/>
                </a:lnTo>
                <a:lnTo>
                  <a:pt x="17685512" y="3870502"/>
                </a:lnTo>
                <a:lnTo>
                  <a:pt x="17704727" y="3916299"/>
                </a:lnTo>
                <a:lnTo>
                  <a:pt x="17722990" y="3962463"/>
                </a:lnTo>
                <a:lnTo>
                  <a:pt x="17740300" y="4008971"/>
                </a:lnTo>
                <a:lnTo>
                  <a:pt x="17756721" y="4055795"/>
                </a:lnTo>
                <a:lnTo>
                  <a:pt x="17772279" y="4102912"/>
                </a:lnTo>
                <a:lnTo>
                  <a:pt x="17786998" y="4150309"/>
                </a:lnTo>
                <a:lnTo>
                  <a:pt x="17800917" y="4197959"/>
                </a:lnTo>
                <a:lnTo>
                  <a:pt x="17814062" y="4245826"/>
                </a:lnTo>
                <a:lnTo>
                  <a:pt x="17826482" y="4293908"/>
                </a:lnTo>
                <a:lnTo>
                  <a:pt x="17838192" y="4342168"/>
                </a:lnTo>
                <a:lnTo>
                  <a:pt x="17849241" y="4390593"/>
                </a:lnTo>
                <a:lnTo>
                  <a:pt x="17859655" y="4439158"/>
                </a:lnTo>
                <a:lnTo>
                  <a:pt x="17869459" y="4487837"/>
                </a:lnTo>
                <a:lnTo>
                  <a:pt x="17878705" y="4536605"/>
                </a:lnTo>
                <a:lnTo>
                  <a:pt x="17887404" y="4585449"/>
                </a:lnTo>
                <a:lnTo>
                  <a:pt x="17893653" y="4624756"/>
                </a:lnTo>
                <a:lnTo>
                  <a:pt x="17899965" y="4666361"/>
                </a:lnTo>
                <a:lnTo>
                  <a:pt x="17907127" y="4709020"/>
                </a:lnTo>
                <a:lnTo>
                  <a:pt x="17915954" y="4751514"/>
                </a:lnTo>
                <a:lnTo>
                  <a:pt x="17927231" y="4792611"/>
                </a:lnTo>
                <a:lnTo>
                  <a:pt x="17941773" y="4831092"/>
                </a:lnTo>
                <a:lnTo>
                  <a:pt x="17960366" y="4865725"/>
                </a:lnTo>
                <a:lnTo>
                  <a:pt x="18012931" y="4918532"/>
                </a:lnTo>
                <a:lnTo>
                  <a:pt x="18048504" y="4934242"/>
                </a:lnTo>
                <a:lnTo>
                  <a:pt x="18091341" y="4941201"/>
                </a:lnTo>
                <a:lnTo>
                  <a:pt x="18142230" y="4938166"/>
                </a:lnTo>
                <a:lnTo>
                  <a:pt x="18181905" y="4927308"/>
                </a:lnTo>
                <a:lnTo>
                  <a:pt x="18216537" y="4908181"/>
                </a:lnTo>
                <a:lnTo>
                  <a:pt x="18246573" y="4881842"/>
                </a:lnTo>
                <a:lnTo>
                  <a:pt x="18272417" y="4849355"/>
                </a:lnTo>
                <a:lnTo>
                  <a:pt x="18287988" y="4822888"/>
                </a:lnTo>
                <a:lnTo>
                  <a:pt x="18287988" y="1799666"/>
                </a:lnTo>
                <a:lnTo>
                  <a:pt x="18286603" y="1785150"/>
                </a:lnTo>
                <a:lnTo>
                  <a:pt x="18282362" y="1735175"/>
                </a:lnTo>
                <a:lnTo>
                  <a:pt x="18278717" y="1685175"/>
                </a:lnTo>
                <a:lnTo>
                  <a:pt x="18275707" y="1635125"/>
                </a:lnTo>
                <a:lnTo>
                  <a:pt x="18273370" y="1585023"/>
                </a:lnTo>
                <a:lnTo>
                  <a:pt x="18271719" y="1534883"/>
                </a:lnTo>
                <a:lnTo>
                  <a:pt x="18270805" y="1484477"/>
                </a:lnTo>
                <a:lnTo>
                  <a:pt x="18270601" y="1434122"/>
                </a:lnTo>
                <a:lnTo>
                  <a:pt x="18271097" y="1383817"/>
                </a:lnTo>
                <a:lnTo>
                  <a:pt x="18274030" y="1283296"/>
                </a:lnTo>
                <a:lnTo>
                  <a:pt x="18276418" y="1233081"/>
                </a:lnTo>
                <a:lnTo>
                  <a:pt x="18279364" y="1182903"/>
                </a:lnTo>
                <a:lnTo>
                  <a:pt x="18282844" y="1132763"/>
                </a:lnTo>
                <a:lnTo>
                  <a:pt x="18286718" y="1084110"/>
                </a:lnTo>
                <a:lnTo>
                  <a:pt x="18287721" y="1072756"/>
                </a:lnTo>
                <a:lnTo>
                  <a:pt x="18287988" y="1067739"/>
                </a:lnTo>
                <a:lnTo>
                  <a:pt x="18287988" y="12"/>
                </a:lnTo>
                <a:close/>
              </a:path>
            </a:pathLst>
          </a:custGeom>
          <a:solidFill>
            <a:srgbClr val="CEB3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6295154" y="7047380"/>
            <a:ext cx="1993264" cy="3239770"/>
          </a:xfrm>
          <a:custGeom>
            <a:avLst/>
            <a:gdLst/>
            <a:ahLst/>
            <a:cxnLst/>
            <a:rect l="l" t="t" r="r" b="b"/>
            <a:pathLst>
              <a:path w="1993265" h="3239770">
                <a:moveTo>
                  <a:pt x="1992847" y="3239619"/>
                </a:moveTo>
                <a:lnTo>
                  <a:pt x="1992846" y="997597"/>
                </a:lnTo>
                <a:lnTo>
                  <a:pt x="1967291" y="966926"/>
                </a:lnTo>
                <a:lnTo>
                  <a:pt x="1936823" y="928966"/>
                </a:lnTo>
                <a:lnTo>
                  <a:pt x="1906859" y="890378"/>
                </a:lnTo>
                <a:lnTo>
                  <a:pt x="1877332" y="851245"/>
                </a:lnTo>
                <a:lnTo>
                  <a:pt x="1848179" y="811652"/>
                </a:lnTo>
                <a:lnTo>
                  <a:pt x="1819334" y="771684"/>
                </a:lnTo>
                <a:lnTo>
                  <a:pt x="1790731" y="731423"/>
                </a:lnTo>
                <a:lnTo>
                  <a:pt x="1762307" y="690953"/>
                </a:lnTo>
                <a:lnTo>
                  <a:pt x="1649095" y="528673"/>
                </a:lnTo>
                <a:lnTo>
                  <a:pt x="1620589" y="488421"/>
                </a:lnTo>
                <a:lnTo>
                  <a:pt x="1591871" y="448466"/>
                </a:lnTo>
                <a:lnTo>
                  <a:pt x="1562877" y="408889"/>
                </a:lnTo>
                <a:lnTo>
                  <a:pt x="1533542" y="369776"/>
                </a:lnTo>
                <a:lnTo>
                  <a:pt x="1503800" y="331211"/>
                </a:lnTo>
                <a:lnTo>
                  <a:pt x="1472647" y="292412"/>
                </a:lnTo>
                <a:lnTo>
                  <a:pt x="1440281" y="254253"/>
                </a:lnTo>
                <a:lnTo>
                  <a:pt x="1406591" y="217173"/>
                </a:lnTo>
                <a:lnTo>
                  <a:pt x="1371467" y="181611"/>
                </a:lnTo>
                <a:lnTo>
                  <a:pt x="1334797" y="148007"/>
                </a:lnTo>
                <a:lnTo>
                  <a:pt x="1296471" y="116799"/>
                </a:lnTo>
                <a:lnTo>
                  <a:pt x="1256379" y="88427"/>
                </a:lnTo>
                <a:lnTo>
                  <a:pt x="1214409" y="63330"/>
                </a:lnTo>
                <a:lnTo>
                  <a:pt x="1170451" y="41946"/>
                </a:lnTo>
                <a:lnTo>
                  <a:pt x="1124395" y="24716"/>
                </a:lnTo>
                <a:lnTo>
                  <a:pt x="1074793" y="11746"/>
                </a:lnTo>
                <a:lnTo>
                  <a:pt x="1024540" y="3687"/>
                </a:lnTo>
                <a:lnTo>
                  <a:pt x="973775" y="0"/>
                </a:lnTo>
                <a:lnTo>
                  <a:pt x="922634" y="140"/>
                </a:lnTo>
                <a:lnTo>
                  <a:pt x="871256" y="3567"/>
                </a:lnTo>
                <a:lnTo>
                  <a:pt x="819777" y="9738"/>
                </a:lnTo>
                <a:lnTo>
                  <a:pt x="768337" y="18111"/>
                </a:lnTo>
                <a:lnTo>
                  <a:pt x="717071" y="28145"/>
                </a:lnTo>
                <a:lnTo>
                  <a:pt x="666119" y="39298"/>
                </a:lnTo>
                <a:lnTo>
                  <a:pt x="568163" y="62429"/>
                </a:lnTo>
                <a:lnTo>
                  <a:pt x="520341" y="74604"/>
                </a:lnTo>
                <a:lnTo>
                  <a:pt x="472515" y="87830"/>
                </a:lnTo>
                <a:lnTo>
                  <a:pt x="425051" y="102386"/>
                </a:lnTo>
                <a:lnTo>
                  <a:pt x="378314" y="118552"/>
                </a:lnTo>
                <a:lnTo>
                  <a:pt x="332667" y="136607"/>
                </a:lnTo>
                <a:lnTo>
                  <a:pt x="288476" y="156830"/>
                </a:lnTo>
                <a:lnTo>
                  <a:pt x="246105" y="179500"/>
                </a:lnTo>
                <a:lnTo>
                  <a:pt x="205920" y="204896"/>
                </a:lnTo>
                <a:lnTo>
                  <a:pt x="168284" y="233298"/>
                </a:lnTo>
                <a:lnTo>
                  <a:pt x="133562" y="264984"/>
                </a:lnTo>
                <a:lnTo>
                  <a:pt x="102120" y="300233"/>
                </a:lnTo>
                <a:lnTo>
                  <a:pt x="74321" y="339326"/>
                </a:lnTo>
                <a:lnTo>
                  <a:pt x="49833" y="383973"/>
                </a:lnTo>
                <a:lnTo>
                  <a:pt x="30857" y="430701"/>
                </a:lnTo>
                <a:lnTo>
                  <a:pt x="16891" y="479174"/>
                </a:lnTo>
                <a:lnTo>
                  <a:pt x="7429" y="529057"/>
                </a:lnTo>
                <a:lnTo>
                  <a:pt x="1967" y="580015"/>
                </a:lnTo>
                <a:lnTo>
                  <a:pt x="0" y="631711"/>
                </a:lnTo>
                <a:lnTo>
                  <a:pt x="935" y="679305"/>
                </a:lnTo>
                <a:lnTo>
                  <a:pt x="1023" y="683810"/>
                </a:lnTo>
                <a:lnTo>
                  <a:pt x="4533" y="735977"/>
                </a:lnTo>
                <a:lnTo>
                  <a:pt x="10025" y="787876"/>
                </a:lnTo>
                <a:lnTo>
                  <a:pt x="16994" y="839172"/>
                </a:lnTo>
                <a:lnTo>
                  <a:pt x="24903" y="890023"/>
                </a:lnTo>
                <a:lnTo>
                  <a:pt x="33601" y="940743"/>
                </a:lnTo>
                <a:lnTo>
                  <a:pt x="43085" y="991321"/>
                </a:lnTo>
                <a:lnTo>
                  <a:pt x="53350" y="1041745"/>
                </a:lnTo>
                <a:lnTo>
                  <a:pt x="64395" y="1092003"/>
                </a:lnTo>
                <a:lnTo>
                  <a:pt x="76215" y="1142085"/>
                </a:lnTo>
                <a:lnTo>
                  <a:pt x="88808" y="1191979"/>
                </a:lnTo>
                <a:lnTo>
                  <a:pt x="102169" y="1241673"/>
                </a:lnTo>
                <a:lnTo>
                  <a:pt x="116295" y="1291156"/>
                </a:lnTo>
                <a:lnTo>
                  <a:pt x="131184" y="1340416"/>
                </a:lnTo>
                <a:lnTo>
                  <a:pt x="146831" y="1389443"/>
                </a:lnTo>
                <a:lnTo>
                  <a:pt x="163234" y="1438224"/>
                </a:lnTo>
                <a:lnTo>
                  <a:pt x="180388" y="1486748"/>
                </a:lnTo>
                <a:lnTo>
                  <a:pt x="198291" y="1535004"/>
                </a:lnTo>
                <a:lnTo>
                  <a:pt x="216939" y="1582980"/>
                </a:lnTo>
                <a:lnTo>
                  <a:pt x="236232" y="1630389"/>
                </a:lnTo>
                <a:lnTo>
                  <a:pt x="256925" y="1677490"/>
                </a:lnTo>
                <a:lnTo>
                  <a:pt x="279328" y="1723829"/>
                </a:lnTo>
                <a:lnTo>
                  <a:pt x="303748" y="1768949"/>
                </a:lnTo>
                <a:lnTo>
                  <a:pt x="330492" y="1812395"/>
                </a:lnTo>
                <a:lnTo>
                  <a:pt x="359870" y="1853713"/>
                </a:lnTo>
                <a:lnTo>
                  <a:pt x="392189" y="1892448"/>
                </a:lnTo>
                <a:lnTo>
                  <a:pt x="427758" y="1928144"/>
                </a:lnTo>
                <a:lnTo>
                  <a:pt x="466883" y="1960346"/>
                </a:lnTo>
                <a:lnTo>
                  <a:pt x="505782" y="1986431"/>
                </a:lnTo>
                <a:lnTo>
                  <a:pt x="546372" y="2008634"/>
                </a:lnTo>
                <a:lnTo>
                  <a:pt x="588469" y="2027401"/>
                </a:lnTo>
                <a:lnTo>
                  <a:pt x="631889" y="2043178"/>
                </a:lnTo>
                <a:lnTo>
                  <a:pt x="676450" y="2056410"/>
                </a:lnTo>
                <a:lnTo>
                  <a:pt x="721966" y="2067544"/>
                </a:lnTo>
                <a:lnTo>
                  <a:pt x="768255" y="2077024"/>
                </a:lnTo>
                <a:lnTo>
                  <a:pt x="815133" y="2085297"/>
                </a:lnTo>
                <a:lnTo>
                  <a:pt x="957464" y="2107330"/>
                </a:lnTo>
                <a:lnTo>
                  <a:pt x="1004861" y="2115231"/>
                </a:lnTo>
                <a:lnTo>
                  <a:pt x="1051928" y="2124153"/>
                </a:lnTo>
                <a:lnTo>
                  <a:pt x="1098483" y="2134542"/>
                </a:lnTo>
                <a:lnTo>
                  <a:pt x="1144341" y="2146844"/>
                </a:lnTo>
                <a:lnTo>
                  <a:pt x="1189319" y="2161504"/>
                </a:lnTo>
                <a:lnTo>
                  <a:pt x="1235328" y="2179798"/>
                </a:lnTo>
                <a:lnTo>
                  <a:pt x="1279714" y="2200906"/>
                </a:lnTo>
                <a:lnTo>
                  <a:pt x="1322489" y="2224680"/>
                </a:lnTo>
                <a:lnTo>
                  <a:pt x="1363668" y="2250973"/>
                </a:lnTo>
                <a:lnTo>
                  <a:pt x="1403264" y="2279635"/>
                </a:lnTo>
                <a:lnTo>
                  <a:pt x="1441291" y="2310519"/>
                </a:lnTo>
                <a:lnTo>
                  <a:pt x="1477762" y="2343478"/>
                </a:lnTo>
                <a:lnTo>
                  <a:pt x="1512691" y="2378362"/>
                </a:lnTo>
                <a:lnTo>
                  <a:pt x="1546092" y="2415024"/>
                </a:lnTo>
                <a:lnTo>
                  <a:pt x="1577978" y="2453316"/>
                </a:lnTo>
                <a:lnTo>
                  <a:pt x="1608363" y="2493090"/>
                </a:lnTo>
                <a:lnTo>
                  <a:pt x="1637261" y="2534197"/>
                </a:lnTo>
                <a:lnTo>
                  <a:pt x="1664686" y="2576491"/>
                </a:lnTo>
                <a:lnTo>
                  <a:pt x="1690651" y="2619822"/>
                </a:lnTo>
                <a:lnTo>
                  <a:pt x="1715169" y="2664043"/>
                </a:lnTo>
                <a:lnTo>
                  <a:pt x="1738255" y="2709005"/>
                </a:lnTo>
                <a:lnTo>
                  <a:pt x="1759922" y="2754562"/>
                </a:lnTo>
                <a:lnTo>
                  <a:pt x="1780183" y="2800563"/>
                </a:lnTo>
                <a:lnTo>
                  <a:pt x="1799053" y="2846863"/>
                </a:lnTo>
                <a:lnTo>
                  <a:pt x="1816722" y="2893418"/>
                </a:lnTo>
                <a:lnTo>
                  <a:pt x="1833445" y="2940305"/>
                </a:lnTo>
                <a:lnTo>
                  <a:pt x="1849335" y="2987483"/>
                </a:lnTo>
                <a:lnTo>
                  <a:pt x="1864503" y="3034914"/>
                </a:lnTo>
                <a:lnTo>
                  <a:pt x="1879059" y="3082560"/>
                </a:lnTo>
                <a:lnTo>
                  <a:pt x="1893116" y="3130382"/>
                </a:lnTo>
                <a:lnTo>
                  <a:pt x="1906783" y="3178342"/>
                </a:lnTo>
                <a:lnTo>
                  <a:pt x="1920172" y="3226401"/>
                </a:lnTo>
                <a:lnTo>
                  <a:pt x="1923805" y="3239619"/>
                </a:lnTo>
                <a:lnTo>
                  <a:pt x="1992847" y="3239619"/>
                </a:lnTo>
                <a:close/>
              </a:path>
            </a:pathLst>
          </a:custGeom>
          <a:solidFill>
            <a:srgbClr val="3E2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6310297" y="9385759"/>
            <a:ext cx="1591310" cy="901700"/>
          </a:xfrm>
          <a:custGeom>
            <a:avLst/>
            <a:gdLst/>
            <a:ahLst/>
            <a:cxnLst/>
            <a:rect l="l" t="t" r="r" b="b"/>
            <a:pathLst>
              <a:path w="1591309" h="901700">
                <a:moveTo>
                  <a:pt x="1590922" y="901241"/>
                </a:moveTo>
                <a:lnTo>
                  <a:pt x="1558514" y="813056"/>
                </a:lnTo>
                <a:lnTo>
                  <a:pt x="1518638" y="725966"/>
                </a:lnTo>
                <a:lnTo>
                  <a:pt x="1472318" y="642147"/>
                </a:lnTo>
                <a:lnTo>
                  <a:pt x="1419938" y="561932"/>
                </a:lnTo>
                <a:lnTo>
                  <a:pt x="1361885" y="485654"/>
                </a:lnTo>
                <a:lnTo>
                  <a:pt x="1298542" y="413647"/>
                </a:lnTo>
                <a:lnTo>
                  <a:pt x="1230298" y="346242"/>
                </a:lnTo>
                <a:lnTo>
                  <a:pt x="1157535" y="283774"/>
                </a:lnTo>
                <a:lnTo>
                  <a:pt x="1080642" y="226576"/>
                </a:lnTo>
                <a:lnTo>
                  <a:pt x="1000002" y="174980"/>
                </a:lnTo>
                <a:lnTo>
                  <a:pt x="916001" y="129320"/>
                </a:lnTo>
                <a:lnTo>
                  <a:pt x="829025" y="89929"/>
                </a:lnTo>
                <a:lnTo>
                  <a:pt x="739461" y="57139"/>
                </a:lnTo>
                <a:lnTo>
                  <a:pt x="647692" y="31285"/>
                </a:lnTo>
                <a:lnTo>
                  <a:pt x="554105" y="12699"/>
                </a:lnTo>
                <a:lnTo>
                  <a:pt x="459085" y="1713"/>
                </a:lnTo>
                <a:lnTo>
                  <a:pt x="357832" y="0"/>
                </a:lnTo>
                <a:lnTo>
                  <a:pt x="307421" y="4549"/>
                </a:lnTo>
                <a:lnTo>
                  <a:pt x="258179" y="13725"/>
                </a:lnTo>
                <a:lnTo>
                  <a:pt x="210873" y="28296"/>
                </a:lnTo>
                <a:lnTo>
                  <a:pt x="166272" y="49029"/>
                </a:lnTo>
                <a:lnTo>
                  <a:pt x="125143" y="76690"/>
                </a:lnTo>
                <a:lnTo>
                  <a:pt x="88428" y="111616"/>
                </a:lnTo>
                <a:lnTo>
                  <a:pt x="58274" y="152017"/>
                </a:lnTo>
                <a:lnTo>
                  <a:pt x="34517" y="196806"/>
                </a:lnTo>
                <a:lnTo>
                  <a:pt x="16994" y="244899"/>
                </a:lnTo>
                <a:lnTo>
                  <a:pt x="5543" y="295210"/>
                </a:lnTo>
                <a:lnTo>
                  <a:pt x="0" y="346654"/>
                </a:lnTo>
                <a:lnTo>
                  <a:pt x="201" y="398144"/>
                </a:lnTo>
                <a:lnTo>
                  <a:pt x="5718" y="448319"/>
                </a:lnTo>
                <a:lnTo>
                  <a:pt x="15749" y="497620"/>
                </a:lnTo>
                <a:lnTo>
                  <a:pt x="29966" y="545893"/>
                </a:lnTo>
                <a:lnTo>
                  <a:pt x="48040" y="592985"/>
                </a:lnTo>
                <a:lnTo>
                  <a:pt x="69644" y="638745"/>
                </a:lnTo>
                <a:lnTo>
                  <a:pt x="94447" y="683019"/>
                </a:lnTo>
                <a:lnTo>
                  <a:pt x="152344" y="766501"/>
                </a:lnTo>
                <a:lnTo>
                  <a:pt x="219085" y="842477"/>
                </a:lnTo>
                <a:lnTo>
                  <a:pt x="280745" y="901242"/>
                </a:lnTo>
                <a:lnTo>
                  <a:pt x="1590922" y="901241"/>
                </a:lnTo>
                <a:close/>
              </a:path>
            </a:pathLst>
          </a:custGeom>
          <a:solidFill>
            <a:srgbClr val="A78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054582" y="735837"/>
            <a:ext cx="2507957" cy="2566161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0" y="0"/>
            <a:ext cx="2028825" cy="3265170"/>
          </a:xfrm>
          <a:custGeom>
            <a:avLst/>
            <a:gdLst/>
            <a:ahLst/>
            <a:cxnLst/>
            <a:rect l="l" t="t" r="r" b="b"/>
            <a:pathLst>
              <a:path w="2028825" h="3265170">
                <a:moveTo>
                  <a:pt x="214591" y="0"/>
                </a:moveTo>
                <a:lnTo>
                  <a:pt x="0" y="0"/>
                </a:lnTo>
                <a:lnTo>
                  <a:pt x="0" y="2161169"/>
                </a:lnTo>
                <a:lnTo>
                  <a:pt x="15881" y="2180123"/>
                </a:lnTo>
                <a:lnTo>
                  <a:pt x="46036" y="2217836"/>
                </a:lnTo>
                <a:lnTo>
                  <a:pt x="75526" y="2256319"/>
                </a:lnTo>
                <a:lnTo>
                  <a:pt x="104420" y="2295490"/>
                </a:lnTo>
                <a:lnTo>
                  <a:pt x="132786" y="2335267"/>
                </a:lnTo>
                <a:lnTo>
                  <a:pt x="160691" y="2375571"/>
                </a:lnTo>
                <a:lnTo>
                  <a:pt x="188206" y="2416319"/>
                </a:lnTo>
                <a:lnTo>
                  <a:pt x="215397" y="2457431"/>
                </a:lnTo>
                <a:lnTo>
                  <a:pt x="242333" y="2498824"/>
                </a:lnTo>
                <a:lnTo>
                  <a:pt x="269083" y="2540419"/>
                </a:lnTo>
                <a:lnTo>
                  <a:pt x="375582" y="2707180"/>
                </a:lnTo>
                <a:lnTo>
                  <a:pt x="402423" y="2748560"/>
                </a:lnTo>
                <a:lnTo>
                  <a:pt x="429487" y="2789653"/>
                </a:lnTo>
                <a:lnTo>
                  <a:pt x="456843" y="2830379"/>
                </a:lnTo>
                <a:lnTo>
                  <a:pt x="484558" y="2870655"/>
                </a:lnTo>
                <a:lnTo>
                  <a:pt x="512702" y="2910401"/>
                </a:lnTo>
                <a:lnTo>
                  <a:pt x="542247" y="2950438"/>
                </a:lnTo>
                <a:lnTo>
                  <a:pt x="573030" y="2989885"/>
                </a:lnTo>
                <a:lnTo>
                  <a:pt x="605179" y="3028307"/>
                </a:lnTo>
                <a:lnTo>
                  <a:pt x="638824" y="3065272"/>
                </a:lnTo>
                <a:lnTo>
                  <a:pt x="674092" y="3100343"/>
                </a:lnTo>
                <a:lnTo>
                  <a:pt x="711113" y="3133087"/>
                </a:lnTo>
                <a:lnTo>
                  <a:pt x="750014" y="3163071"/>
                </a:lnTo>
                <a:lnTo>
                  <a:pt x="790925" y="3189858"/>
                </a:lnTo>
                <a:lnTo>
                  <a:pt x="833974" y="3213016"/>
                </a:lnTo>
                <a:lnTo>
                  <a:pt x="879290" y="3232111"/>
                </a:lnTo>
                <a:lnTo>
                  <a:pt x="928321" y="3247093"/>
                </a:lnTo>
                <a:lnTo>
                  <a:pt x="978202" y="3257194"/>
                </a:lnTo>
                <a:lnTo>
                  <a:pt x="1028774" y="3262948"/>
                </a:lnTo>
                <a:lnTo>
                  <a:pt x="1079878" y="3264894"/>
                </a:lnTo>
                <a:lnTo>
                  <a:pt x="1131353" y="3263565"/>
                </a:lnTo>
                <a:lnTo>
                  <a:pt x="1183039" y="3259498"/>
                </a:lnTo>
                <a:lnTo>
                  <a:pt x="1234778" y="3253229"/>
                </a:lnTo>
                <a:lnTo>
                  <a:pt x="1286409" y="3245294"/>
                </a:lnTo>
                <a:lnTo>
                  <a:pt x="1337773" y="3236229"/>
                </a:lnTo>
                <a:lnTo>
                  <a:pt x="1436590" y="3217112"/>
                </a:lnTo>
                <a:lnTo>
                  <a:pt x="1484869" y="3206898"/>
                </a:lnTo>
                <a:lnTo>
                  <a:pt x="1533193" y="3195633"/>
                </a:lnTo>
                <a:lnTo>
                  <a:pt x="1581211" y="3183025"/>
                </a:lnTo>
                <a:lnTo>
                  <a:pt x="1628568" y="3168778"/>
                </a:lnTo>
                <a:lnTo>
                  <a:pt x="1674913" y="3152600"/>
                </a:lnTo>
                <a:lnTo>
                  <a:pt x="1719891" y="3134196"/>
                </a:lnTo>
                <a:lnTo>
                  <a:pt x="1763150" y="3113273"/>
                </a:lnTo>
                <a:lnTo>
                  <a:pt x="1804338" y="3089537"/>
                </a:lnTo>
                <a:lnTo>
                  <a:pt x="1843100" y="3062694"/>
                </a:lnTo>
                <a:lnTo>
                  <a:pt x="1879085" y="3032450"/>
                </a:lnTo>
                <a:lnTo>
                  <a:pt x="1911938" y="2998513"/>
                </a:lnTo>
                <a:lnTo>
                  <a:pt x="1941307" y="2960587"/>
                </a:lnTo>
                <a:lnTo>
                  <a:pt x="1967596" y="2916976"/>
                </a:lnTo>
                <a:lnTo>
                  <a:pt x="1988461" y="2871061"/>
                </a:lnTo>
                <a:lnTo>
                  <a:pt x="2004392" y="2823198"/>
                </a:lnTo>
                <a:lnTo>
                  <a:pt x="2015881" y="2773742"/>
                </a:lnTo>
                <a:lnTo>
                  <a:pt x="2023416" y="2723051"/>
                </a:lnTo>
                <a:lnTo>
                  <a:pt x="2027490" y="2671478"/>
                </a:lnTo>
                <a:lnTo>
                  <a:pt x="2028496" y="2623886"/>
                </a:lnTo>
                <a:lnTo>
                  <a:pt x="2028591" y="2619381"/>
                </a:lnTo>
                <a:lnTo>
                  <a:pt x="2027212" y="2567114"/>
                </a:lnTo>
                <a:lnTo>
                  <a:pt x="2023841" y="2515035"/>
                </a:lnTo>
                <a:lnTo>
                  <a:pt x="2018970" y="2463498"/>
                </a:lnTo>
                <a:lnTo>
                  <a:pt x="2013141" y="2412367"/>
                </a:lnTo>
                <a:lnTo>
                  <a:pt x="2006519" y="2361335"/>
                </a:lnTo>
                <a:lnTo>
                  <a:pt x="1999106" y="2310413"/>
                </a:lnTo>
                <a:lnTo>
                  <a:pt x="1990905" y="2259613"/>
                </a:lnTo>
                <a:lnTo>
                  <a:pt x="1981919" y="2208946"/>
                </a:lnTo>
                <a:lnTo>
                  <a:pt x="1972151" y="2158424"/>
                </a:lnTo>
                <a:lnTo>
                  <a:pt x="1961604" y="2108059"/>
                </a:lnTo>
                <a:lnTo>
                  <a:pt x="1950280" y="2057862"/>
                </a:lnTo>
                <a:lnTo>
                  <a:pt x="1938184" y="2007844"/>
                </a:lnTo>
                <a:lnTo>
                  <a:pt x="1925316" y="1958018"/>
                </a:lnTo>
                <a:lnTo>
                  <a:pt x="1911682" y="1908395"/>
                </a:lnTo>
                <a:lnTo>
                  <a:pt x="1897282" y="1858986"/>
                </a:lnTo>
                <a:lnTo>
                  <a:pt x="1882121" y="1809803"/>
                </a:lnTo>
                <a:lnTo>
                  <a:pt x="1866201" y="1760857"/>
                </a:lnTo>
                <a:lnTo>
                  <a:pt x="1849525" y="1712161"/>
                </a:lnTo>
                <a:lnTo>
                  <a:pt x="1832182" y="1664005"/>
                </a:lnTo>
                <a:lnTo>
                  <a:pt x="1813427" y="1616099"/>
                </a:lnTo>
                <a:lnTo>
                  <a:pt x="1792932" y="1568887"/>
                </a:lnTo>
                <a:lnTo>
                  <a:pt x="1770373" y="1522809"/>
                </a:lnTo>
                <a:lnTo>
                  <a:pt x="1745423" y="1478308"/>
                </a:lnTo>
                <a:lnTo>
                  <a:pt x="1717754" y="1435826"/>
                </a:lnTo>
                <a:lnTo>
                  <a:pt x="1687042" y="1395806"/>
                </a:lnTo>
                <a:lnTo>
                  <a:pt x="1652959" y="1358690"/>
                </a:lnTo>
                <a:lnTo>
                  <a:pt x="1615180" y="1324919"/>
                </a:lnTo>
                <a:lnTo>
                  <a:pt x="1577378" y="1297270"/>
                </a:lnTo>
                <a:lnTo>
                  <a:pt x="1537727" y="1273431"/>
                </a:lnTo>
                <a:lnTo>
                  <a:pt x="1496431" y="1252963"/>
                </a:lnTo>
                <a:lnTo>
                  <a:pt x="1453691" y="1235428"/>
                </a:lnTo>
                <a:lnTo>
                  <a:pt x="1409708" y="1220390"/>
                </a:lnTo>
                <a:lnTo>
                  <a:pt x="1364683" y="1207410"/>
                </a:lnTo>
                <a:lnTo>
                  <a:pt x="1318820" y="1196049"/>
                </a:lnTo>
                <a:lnTo>
                  <a:pt x="1272319" y="1185871"/>
                </a:lnTo>
                <a:lnTo>
                  <a:pt x="1131007" y="1158053"/>
                </a:lnTo>
                <a:lnTo>
                  <a:pt x="1083972" y="1148226"/>
                </a:lnTo>
                <a:lnTo>
                  <a:pt x="1037308" y="1137392"/>
                </a:lnTo>
                <a:lnTo>
                  <a:pt x="991216" y="1125113"/>
                </a:lnTo>
                <a:lnTo>
                  <a:pt x="945898" y="1110952"/>
                </a:lnTo>
                <a:lnTo>
                  <a:pt x="901556" y="1094470"/>
                </a:lnTo>
                <a:lnTo>
                  <a:pt x="856332" y="1074315"/>
                </a:lnTo>
                <a:lnTo>
                  <a:pt x="812844" y="1051414"/>
                </a:lnTo>
                <a:lnTo>
                  <a:pt x="771074" y="1025916"/>
                </a:lnTo>
                <a:lnTo>
                  <a:pt x="731002" y="997966"/>
                </a:lnTo>
                <a:lnTo>
                  <a:pt x="692609" y="967713"/>
                </a:lnTo>
                <a:lnTo>
                  <a:pt x="655874" y="935304"/>
                </a:lnTo>
                <a:lnTo>
                  <a:pt x="620777" y="900886"/>
                </a:lnTo>
                <a:lnTo>
                  <a:pt x="587300" y="864607"/>
                </a:lnTo>
                <a:lnTo>
                  <a:pt x="555422" y="826614"/>
                </a:lnTo>
                <a:lnTo>
                  <a:pt x="525125" y="787053"/>
                </a:lnTo>
                <a:lnTo>
                  <a:pt x="496387" y="746074"/>
                </a:lnTo>
                <a:lnTo>
                  <a:pt x="469189" y="703822"/>
                </a:lnTo>
                <a:lnTo>
                  <a:pt x="443513" y="660446"/>
                </a:lnTo>
                <a:lnTo>
                  <a:pt x="419337" y="616092"/>
                </a:lnTo>
                <a:lnTo>
                  <a:pt x="396642" y="570909"/>
                </a:lnTo>
                <a:lnTo>
                  <a:pt x="375410" y="525043"/>
                </a:lnTo>
                <a:lnTo>
                  <a:pt x="355619" y="478641"/>
                </a:lnTo>
                <a:lnTo>
                  <a:pt x="337250" y="431852"/>
                </a:lnTo>
                <a:lnTo>
                  <a:pt x="320284" y="384822"/>
                </a:lnTo>
                <a:lnTo>
                  <a:pt x="304529" y="337585"/>
                </a:lnTo>
                <a:lnTo>
                  <a:pt x="289732" y="290056"/>
                </a:lnTo>
                <a:lnTo>
                  <a:pt x="275779" y="242270"/>
                </a:lnTo>
                <a:lnTo>
                  <a:pt x="262558" y="194259"/>
                </a:lnTo>
                <a:lnTo>
                  <a:pt x="249957" y="146060"/>
                </a:lnTo>
                <a:lnTo>
                  <a:pt x="237863" y="97704"/>
                </a:lnTo>
                <a:lnTo>
                  <a:pt x="226163" y="49228"/>
                </a:lnTo>
                <a:lnTo>
                  <a:pt x="214591" y="0"/>
                </a:lnTo>
                <a:close/>
              </a:path>
            </a:pathLst>
          </a:custGeom>
          <a:solidFill>
            <a:srgbClr val="3E2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529045" y="0"/>
            <a:ext cx="1569085" cy="951230"/>
          </a:xfrm>
          <a:custGeom>
            <a:avLst/>
            <a:gdLst/>
            <a:ahLst/>
            <a:cxnLst/>
            <a:rect l="l" t="t" r="r" b="b"/>
            <a:pathLst>
              <a:path w="1569085" h="951230">
                <a:moveTo>
                  <a:pt x="1250786" y="0"/>
                </a:moveTo>
                <a:lnTo>
                  <a:pt x="0" y="0"/>
                </a:lnTo>
                <a:lnTo>
                  <a:pt x="28865" y="89698"/>
                </a:lnTo>
                <a:lnTo>
                  <a:pt x="65155" y="178341"/>
                </a:lnTo>
                <a:lnTo>
                  <a:pt x="108018" y="263978"/>
                </a:lnTo>
                <a:lnTo>
                  <a:pt x="157083" y="346262"/>
                </a:lnTo>
                <a:lnTo>
                  <a:pt x="211977" y="424843"/>
                </a:lnTo>
                <a:lnTo>
                  <a:pt x="272329" y="499373"/>
                </a:lnTo>
                <a:lnTo>
                  <a:pt x="337768" y="569504"/>
                </a:lnTo>
                <a:lnTo>
                  <a:pt x="407921" y="634887"/>
                </a:lnTo>
                <a:lnTo>
                  <a:pt x="482418" y="695173"/>
                </a:lnTo>
                <a:lnTo>
                  <a:pt x="560886" y="750014"/>
                </a:lnTo>
                <a:lnTo>
                  <a:pt x="642954" y="799061"/>
                </a:lnTo>
                <a:lnTo>
                  <a:pt x="728250" y="841966"/>
                </a:lnTo>
                <a:lnTo>
                  <a:pt x="816402" y="878381"/>
                </a:lnTo>
                <a:lnTo>
                  <a:pt x="907039" y="907956"/>
                </a:lnTo>
                <a:lnTo>
                  <a:pt x="999789" y="930343"/>
                </a:lnTo>
                <a:lnTo>
                  <a:pt x="1094281" y="945194"/>
                </a:lnTo>
                <a:lnTo>
                  <a:pt x="1195379" y="951035"/>
                </a:lnTo>
                <a:lnTo>
                  <a:pt x="1245932" y="948545"/>
                </a:lnTo>
                <a:lnTo>
                  <a:pt x="1295507" y="941384"/>
                </a:lnTo>
                <a:lnTo>
                  <a:pt x="1343368" y="928755"/>
                </a:lnTo>
                <a:lnTo>
                  <a:pt x="1388777" y="909859"/>
                </a:lnTo>
                <a:lnTo>
                  <a:pt x="1430999" y="883898"/>
                </a:lnTo>
                <a:lnTo>
                  <a:pt x="1469107" y="850499"/>
                </a:lnTo>
                <a:lnTo>
                  <a:pt x="1500883" y="811361"/>
                </a:lnTo>
                <a:lnTo>
                  <a:pt x="1526447" y="767578"/>
                </a:lnTo>
                <a:lnTo>
                  <a:pt x="1545916" y="720240"/>
                </a:lnTo>
                <a:lnTo>
                  <a:pt x="1559409" y="670438"/>
                </a:lnTo>
                <a:lnTo>
                  <a:pt x="1567046" y="619264"/>
                </a:lnTo>
                <a:lnTo>
                  <a:pt x="1568944" y="567809"/>
                </a:lnTo>
                <a:lnTo>
                  <a:pt x="1565478" y="517451"/>
                </a:lnTo>
                <a:lnTo>
                  <a:pt x="1557466" y="467783"/>
                </a:lnTo>
                <a:lnTo>
                  <a:pt x="1545229" y="418971"/>
                </a:lnTo>
                <a:lnTo>
                  <a:pt x="1529091" y="371181"/>
                </a:lnTo>
                <a:lnTo>
                  <a:pt x="1509372" y="324579"/>
                </a:lnTo>
                <a:lnTo>
                  <a:pt x="1486394" y="279330"/>
                </a:lnTo>
                <a:lnTo>
                  <a:pt x="1431951" y="193557"/>
                </a:lnTo>
                <a:lnTo>
                  <a:pt x="1368365" y="114923"/>
                </a:lnTo>
                <a:lnTo>
                  <a:pt x="1298011" y="42719"/>
                </a:lnTo>
                <a:lnTo>
                  <a:pt x="1250786" y="0"/>
                </a:lnTo>
                <a:close/>
              </a:path>
            </a:pathLst>
          </a:custGeom>
          <a:solidFill>
            <a:srgbClr val="A78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9188132"/>
                </a:moveTo>
                <a:lnTo>
                  <a:pt x="0" y="9188132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9188132"/>
                </a:lnTo>
                <a:close/>
              </a:path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3029267"/>
                </a:lnTo>
                <a:lnTo>
                  <a:pt x="18288000" y="3029267"/>
                </a:lnTo>
                <a:lnTo>
                  <a:pt x="18288000" y="0"/>
                </a:lnTo>
                <a:close/>
              </a:path>
            </a:pathLst>
          </a:custGeom>
          <a:solidFill>
            <a:srgbClr val="ECDFD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029267"/>
            <a:ext cx="18288000" cy="615886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9189722"/>
            <a:ext cx="18287999" cy="109727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9186265"/>
            <a:ext cx="18288000" cy="12700"/>
          </a:xfrm>
          <a:custGeom>
            <a:avLst/>
            <a:gdLst/>
            <a:ahLst/>
            <a:cxnLst/>
            <a:rect l="l" t="t" r="r" b="b"/>
            <a:pathLst>
              <a:path w="18288000" h="12700">
                <a:moveTo>
                  <a:pt x="0" y="12700"/>
                </a:moveTo>
                <a:lnTo>
                  <a:pt x="18288000" y="12700"/>
                </a:lnTo>
                <a:lnTo>
                  <a:pt x="182880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65090" y="334213"/>
            <a:ext cx="8957818" cy="2012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rgbClr val="331C2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70762" y="2340355"/>
            <a:ext cx="15746475" cy="3008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331C2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jpg"/><Relationship Id="rId4" Type="http://schemas.openxmlformats.org/officeDocument/2006/relationships/image" Target="../media/image1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jp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13864" y="3150869"/>
            <a:ext cx="13149580" cy="36309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600" b="1" spc="-170" dirty="0">
                <a:latin typeface="Trebuchet MS"/>
                <a:cs typeface="Trebuchet MS"/>
              </a:rPr>
              <a:t>FRAME</a:t>
            </a:r>
            <a:r>
              <a:rPr sz="3600" b="1" spc="-315" dirty="0">
                <a:latin typeface="Trebuchet MS"/>
                <a:cs typeface="Trebuchet MS"/>
              </a:rPr>
              <a:t> </a:t>
            </a:r>
            <a:r>
              <a:rPr sz="3600" b="1" spc="-190" dirty="0">
                <a:latin typeface="Trebuchet MS"/>
                <a:cs typeface="Trebuchet MS"/>
              </a:rPr>
              <a:t>WORK</a:t>
            </a:r>
            <a:r>
              <a:rPr sz="3600" b="1" spc="-310" dirty="0">
                <a:latin typeface="Trebuchet MS"/>
                <a:cs typeface="Trebuchet MS"/>
              </a:rPr>
              <a:t> </a:t>
            </a:r>
            <a:r>
              <a:rPr sz="3600" b="1" spc="-265" dirty="0">
                <a:latin typeface="Trebuchet MS"/>
                <a:cs typeface="Trebuchet MS"/>
              </a:rPr>
              <a:t>FOR</a:t>
            </a:r>
            <a:r>
              <a:rPr sz="3600" b="1" spc="-315" dirty="0">
                <a:latin typeface="Trebuchet MS"/>
                <a:cs typeface="Trebuchet MS"/>
              </a:rPr>
              <a:t> </a:t>
            </a:r>
            <a:r>
              <a:rPr sz="3600" b="1" spc="-235" dirty="0">
                <a:latin typeface="Trebuchet MS"/>
                <a:cs typeface="Trebuchet MS"/>
              </a:rPr>
              <a:t>THE</a:t>
            </a:r>
            <a:r>
              <a:rPr sz="3600" b="1" spc="-320" dirty="0">
                <a:latin typeface="Trebuchet MS"/>
                <a:cs typeface="Trebuchet MS"/>
              </a:rPr>
              <a:t> </a:t>
            </a:r>
            <a:r>
              <a:rPr sz="3600" b="1" spc="-55" dirty="0">
                <a:latin typeface="Trebuchet MS"/>
                <a:cs typeface="Trebuchet MS"/>
              </a:rPr>
              <a:t>SMART</a:t>
            </a:r>
            <a:r>
              <a:rPr sz="3600" b="1" spc="-330" dirty="0">
                <a:latin typeface="Trebuchet MS"/>
                <a:cs typeface="Trebuchet MS"/>
              </a:rPr>
              <a:t> </a:t>
            </a:r>
            <a:r>
              <a:rPr sz="3600" b="1" spc="-135" dirty="0">
                <a:latin typeface="Trebuchet MS"/>
                <a:cs typeface="Trebuchet MS"/>
              </a:rPr>
              <a:t>HOME</a:t>
            </a:r>
            <a:r>
              <a:rPr sz="3600" b="1" spc="-305" dirty="0">
                <a:latin typeface="Trebuchet MS"/>
                <a:cs typeface="Trebuchet MS"/>
              </a:rPr>
              <a:t> </a:t>
            </a:r>
            <a:r>
              <a:rPr sz="3600" b="1" spc="-204" dirty="0">
                <a:latin typeface="Trebuchet MS"/>
                <a:cs typeface="Trebuchet MS"/>
              </a:rPr>
              <a:t>AUTOMATION</a:t>
            </a:r>
            <a:r>
              <a:rPr sz="3600" b="1" spc="-340" dirty="0">
                <a:latin typeface="Trebuchet MS"/>
                <a:cs typeface="Trebuchet MS"/>
              </a:rPr>
              <a:t> </a:t>
            </a:r>
            <a:r>
              <a:rPr sz="3600" b="1" spc="-45" dirty="0">
                <a:latin typeface="Trebuchet MS"/>
                <a:cs typeface="Trebuchet MS"/>
              </a:rPr>
              <a:t>IN</a:t>
            </a:r>
            <a:r>
              <a:rPr sz="3600" b="1" spc="-320" dirty="0">
                <a:latin typeface="Trebuchet MS"/>
                <a:cs typeface="Trebuchet MS"/>
              </a:rPr>
              <a:t> </a:t>
            </a:r>
            <a:r>
              <a:rPr sz="3600" b="1" spc="-114" dirty="0">
                <a:latin typeface="Trebuchet MS"/>
                <a:cs typeface="Trebuchet MS"/>
              </a:rPr>
              <a:t>INTEGRATION</a:t>
            </a:r>
            <a:endParaRPr sz="3600" dirty="0">
              <a:latin typeface="Trebuchet MS"/>
              <a:cs typeface="Trebuchet MS"/>
            </a:endParaRPr>
          </a:p>
          <a:p>
            <a:pPr marL="2540" algn="ctr">
              <a:lnSpc>
                <a:spcPct val="100000"/>
              </a:lnSpc>
              <a:spcBef>
                <a:spcPts val="3479"/>
              </a:spcBef>
            </a:pPr>
            <a:r>
              <a:rPr sz="3600" b="1" spc="-140" dirty="0">
                <a:latin typeface="Trebuchet MS"/>
                <a:cs typeface="Trebuchet MS"/>
              </a:rPr>
              <a:t>WITH</a:t>
            </a:r>
            <a:r>
              <a:rPr sz="3600" b="1" spc="-325" dirty="0">
                <a:latin typeface="Trebuchet MS"/>
                <a:cs typeface="Trebuchet MS"/>
              </a:rPr>
              <a:t> </a:t>
            </a:r>
            <a:r>
              <a:rPr sz="3600" b="1" spc="-10" dirty="0">
                <a:latin typeface="Trebuchet MS"/>
                <a:cs typeface="Trebuchet MS"/>
              </a:rPr>
              <a:t>CLOUD</a:t>
            </a:r>
            <a:endParaRPr sz="3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36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3000" spc="-180" dirty="0">
                <a:solidFill>
                  <a:srgbClr val="331C2C"/>
                </a:solidFill>
                <a:latin typeface="Tahoma"/>
                <a:cs typeface="Tahoma"/>
              </a:rPr>
              <a:t>Presented</a:t>
            </a:r>
            <a:r>
              <a:rPr sz="3000" spc="-204" dirty="0">
                <a:solidFill>
                  <a:srgbClr val="331C2C"/>
                </a:solidFill>
                <a:latin typeface="Tahoma"/>
                <a:cs typeface="Tahoma"/>
              </a:rPr>
              <a:t> </a:t>
            </a:r>
            <a:r>
              <a:rPr sz="3000" spc="-170" dirty="0">
                <a:solidFill>
                  <a:srgbClr val="331C2C"/>
                </a:solidFill>
                <a:latin typeface="Tahoma"/>
                <a:cs typeface="Tahoma"/>
              </a:rPr>
              <a:t>By</a:t>
            </a:r>
            <a:r>
              <a:rPr sz="3000" spc="-250" dirty="0">
                <a:solidFill>
                  <a:srgbClr val="331C2C"/>
                </a:solidFill>
                <a:latin typeface="Tahoma"/>
                <a:cs typeface="Tahoma"/>
              </a:rPr>
              <a:t> </a:t>
            </a:r>
            <a:r>
              <a:rPr sz="3000" spc="-550" dirty="0">
                <a:solidFill>
                  <a:srgbClr val="331C2C"/>
                </a:solidFill>
                <a:latin typeface="Tahoma"/>
                <a:cs typeface="Tahoma"/>
              </a:rPr>
              <a:t>:</a:t>
            </a:r>
            <a:endParaRPr sz="3000" dirty="0">
              <a:latin typeface="Tahoma"/>
              <a:cs typeface="Tahoma"/>
            </a:endParaRPr>
          </a:p>
          <a:p>
            <a:pPr marL="3937000" marR="3929379" algn="ctr">
              <a:lnSpc>
                <a:spcPts val="4200"/>
              </a:lnSpc>
              <a:spcBef>
                <a:spcPts val="105"/>
              </a:spcBef>
            </a:pPr>
            <a:r>
              <a:rPr sz="3000" b="1" spc="-45" dirty="0">
                <a:solidFill>
                  <a:srgbClr val="331C2C"/>
                </a:solidFill>
                <a:latin typeface="Trebuchet MS"/>
                <a:cs typeface="Trebuchet MS"/>
              </a:rPr>
              <a:t>MAHESH</a:t>
            </a:r>
            <a:r>
              <a:rPr sz="3000" b="1" spc="-220" dirty="0">
                <a:solidFill>
                  <a:srgbClr val="331C2C"/>
                </a:solidFill>
                <a:latin typeface="Trebuchet MS"/>
                <a:cs typeface="Trebuchet MS"/>
              </a:rPr>
              <a:t> </a:t>
            </a:r>
            <a:r>
              <a:rPr sz="3000" b="1" spc="-75" dirty="0">
                <a:solidFill>
                  <a:srgbClr val="331C2C"/>
                </a:solidFill>
                <a:latin typeface="Trebuchet MS"/>
                <a:cs typeface="Trebuchet MS"/>
              </a:rPr>
              <a:t>KUMAR</a:t>
            </a:r>
            <a:r>
              <a:rPr sz="3000" b="1" spc="-204" dirty="0">
                <a:solidFill>
                  <a:srgbClr val="331C2C"/>
                </a:solidFill>
                <a:latin typeface="Trebuchet MS"/>
                <a:cs typeface="Trebuchet MS"/>
              </a:rPr>
              <a:t> </a:t>
            </a:r>
            <a:r>
              <a:rPr sz="3000" b="1" spc="-100" dirty="0">
                <a:solidFill>
                  <a:srgbClr val="331C2C"/>
                </a:solidFill>
                <a:latin typeface="Trebuchet MS"/>
                <a:cs typeface="Trebuchet MS"/>
              </a:rPr>
              <a:t>M(22BCA0238) </a:t>
            </a:r>
            <a:r>
              <a:rPr sz="3000" b="1" spc="-70" dirty="0">
                <a:solidFill>
                  <a:srgbClr val="331C2C"/>
                </a:solidFill>
                <a:latin typeface="Trebuchet MS"/>
                <a:cs typeface="Trebuchet MS"/>
              </a:rPr>
              <a:t>HARI</a:t>
            </a:r>
            <a:r>
              <a:rPr sz="3000" b="1" spc="-250" dirty="0">
                <a:solidFill>
                  <a:srgbClr val="331C2C"/>
                </a:solidFill>
                <a:latin typeface="Trebuchet MS"/>
                <a:cs typeface="Trebuchet MS"/>
              </a:rPr>
              <a:t> </a:t>
            </a:r>
            <a:r>
              <a:rPr sz="3000" b="1" spc="-110" dirty="0">
                <a:solidFill>
                  <a:srgbClr val="331C2C"/>
                </a:solidFill>
                <a:latin typeface="Trebuchet MS"/>
                <a:cs typeface="Trebuchet MS"/>
              </a:rPr>
              <a:t>PRASATH</a:t>
            </a:r>
            <a:r>
              <a:rPr sz="3000" b="1" spc="-210" dirty="0">
                <a:solidFill>
                  <a:srgbClr val="331C2C"/>
                </a:solidFill>
                <a:latin typeface="Trebuchet MS"/>
                <a:cs typeface="Trebuchet MS"/>
              </a:rPr>
              <a:t> </a:t>
            </a:r>
            <a:r>
              <a:rPr sz="3000" b="1" spc="-30" dirty="0">
                <a:solidFill>
                  <a:srgbClr val="331C2C"/>
                </a:solidFill>
                <a:latin typeface="Trebuchet MS"/>
                <a:cs typeface="Trebuchet MS"/>
              </a:rPr>
              <a:t>M(22BCA0241)</a:t>
            </a:r>
            <a:endParaRPr sz="30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89495" y="7581900"/>
            <a:ext cx="3509010" cy="50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100" b="1" spc="-100" dirty="0">
                <a:solidFill>
                  <a:srgbClr val="331C2C"/>
                </a:solidFill>
                <a:latin typeface="Times New Roman"/>
                <a:cs typeface="Times New Roman"/>
              </a:rPr>
              <a:t>VIT</a:t>
            </a:r>
            <a:r>
              <a:rPr sz="3100" b="1" spc="-3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100" b="1" spc="-140" dirty="0">
                <a:solidFill>
                  <a:srgbClr val="331C2C"/>
                </a:solidFill>
                <a:latin typeface="Times New Roman"/>
                <a:cs typeface="Times New Roman"/>
              </a:rPr>
              <a:t>University</a:t>
            </a:r>
            <a:r>
              <a:rPr sz="3100" b="1" spc="-5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100" b="1" spc="869" dirty="0">
                <a:solidFill>
                  <a:srgbClr val="331C2C"/>
                </a:solidFill>
                <a:latin typeface="Times New Roman"/>
                <a:cs typeface="Times New Roman"/>
              </a:rPr>
              <a:t>|</a:t>
            </a:r>
            <a:r>
              <a:rPr sz="3100" b="1" spc="-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100" b="1" spc="-35" dirty="0">
                <a:solidFill>
                  <a:srgbClr val="331C2C"/>
                </a:solidFill>
                <a:latin typeface="Times New Roman"/>
                <a:cs typeface="Times New Roman"/>
              </a:rPr>
              <a:t>2025</a:t>
            </a:r>
            <a:endParaRPr sz="31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96153" y="573405"/>
            <a:ext cx="5984875" cy="4864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b="1" spc="-210" dirty="0">
                <a:solidFill>
                  <a:srgbClr val="331C2C"/>
                </a:solidFill>
                <a:latin typeface="Trebuchet MS"/>
                <a:cs typeface="Trebuchet MS"/>
              </a:rPr>
              <a:t>Department</a:t>
            </a:r>
            <a:r>
              <a:rPr sz="3000" b="1" spc="-204" dirty="0">
                <a:solidFill>
                  <a:srgbClr val="331C2C"/>
                </a:solidFill>
                <a:latin typeface="Trebuchet MS"/>
                <a:cs typeface="Trebuchet MS"/>
              </a:rPr>
              <a:t> </a:t>
            </a:r>
            <a:r>
              <a:rPr sz="3000" b="1" spc="-195" dirty="0">
                <a:solidFill>
                  <a:srgbClr val="331C2C"/>
                </a:solidFill>
                <a:latin typeface="Trebuchet MS"/>
                <a:cs typeface="Trebuchet MS"/>
              </a:rPr>
              <a:t>of</a:t>
            </a:r>
            <a:r>
              <a:rPr sz="3000" b="1" spc="-220" dirty="0">
                <a:solidFill>
                  <a:srgbClr val="331C2C"/>
                </a:solidFill>
                <a:latin typeface="Trebuchet MS"/>
                <a:cs typeface="Trebuchet MS"/>
              </a:rPr>
              <a:t> </a:t>
            </a:r>
            <a:r>
              <a:rPr sz="3000" b="1" spc="-229" dirty="0">
                <a:solidFill>
                  <a:srgbClr val="331C2C"/>
                </a:solidFill>
                <a:latin typeface="Trebuchet MS"/>
                <a:cs typeface="Trebuchet MS"/>
              </a:rPr>
              <a:t>Computer</a:t>
            </a:r>
            <a:r>
              <a:rPr sz="3000" b="1" spc="-220" dirty="0">
                <a:solidFill>
                  <a:srgbClr val="331C2C"/>
                </a:solidFill>
                <a:latin typeface="Trebuchet MS"/>
                <a:cs typeface="Trebuchet MS"/>
              </a:rPr>
              <a:t> </a:t>
            </a:r>
            <a:r>
              <a:rPr sz="3000" b="1" spc="-114" dirty="0">
                <a:solidFill>
                  <a:srgbClr val="331C2C"/>
                </a:solidFill>
                <a:latin typeface="Trebuchet MS"/>
                <a:cs typeface="Trebuchet MS"/>
              </a:rPr>
              <a:t>Applications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73393" y="1568024"/>
            <a:ext cx="4429760" cy="1092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14780" marR="5080" indent="-1402715">
              <a:lnSpc>
                <a:spcPct val="116700"/>
              </a:lnSpc>
              <a:spcBef>
                <a:spcPts val="90"/>
              </a:spcBef>
            </a:pPr>
            <a:r>
              <a:rPr sz="3000" b="1" spc="-180" dirty="0">
                <a:solidFill>
                  <a:srgbClr val="331C2C"/>
                </a:solidFill>
                <a:latin typeface="Trebuchet MS"/>
                <a:cs typeface="Trebuchet MS"/>
              </a:rPr>
              <a:t>ITA3099</a:t>
            </a:r>
            <a:r>
              <a:rPr sz="3000" b="1" spc="-220" dirty="0">
                <a:solidFill>
                  <a:srgbClr val="331C2C"/>
                </a:solidFill>
                <a:latin typeface="Trebuchet MS"/>
                <a:cs typeface="Trebuchet MS"/>
              </a:rPr>
              <a:t> </a:t>
            </a:r>
            <a:r>
              <a:rPr sz="3000" b="1" spc="660" dirty="0">
                <a:solidFill>
                  <a:srgbClr val="331C2C"/>
                </a:solidFill>
                <a:latin typeface="Trebuchet MS"/>
                <a:cs typeface="Trebuchet MS"/>
              </a:rPr>
              <a:t>–</a:t>
            </a:r>
            <a:r>
              <a:rPr sz="3000" b="1" spc="-220" dirty="0">
                <a:solidFill>
                  <a:srgbClr val="331C2C"/>
                </a:solidFill>
                <a:latin typeface="Trebuchet MS"/>
                <a:cs typeface="Trebuchet MS"/>
              </a:rPr>
              <a:t> </a:t>
            </a:r>
            <a:r>
              <a:rPr sz="3000" b="1" spc="-165" dirty="0">
                <a:solidFill>
                  <a:srgbClr val="331C2C"/>
                </a:solidFill>
                <a:latin typeface="Trebuchet MS"/>
                <a:cs typeface="Trebuchet MS"/>
              </a:rPr>
              <a:t>Capstone</a:t>
            </a:r>
            <a:r>
              <a:rPr sz="3000" b="1" spc="-235" dirty="0">
                <a:solidFill>
                  <a:srgbClr val="331C2C"/>
                </a:solidFill>
                <a:latin typeface="Trebuchet MS"/>
                <a:cs typeface="Trebuchet MS"/>
              </a:rPr>
              <a:t> </a:t>
            </a:r>
            <a:r>
              <a:rPr sz="3000" b="1" spc="-200" dirty="0">
                <a:solidFill>
                  <a:srgbClr val="331C2C"/>
                </a:solidFill>
                <a:latin typeface="Trebuchet MS"/>
                <a:cs typeface="Trebuchet MS"/>
              </a:rPr>
              <a:t>Project </a:t>
            </a:r>
            <a:r>
              <a:rPr sz="3000" b="1" spc="-195" dirty="0">
                <a:solidFill>
                  <a:srgbClr val="331C2C"/>
                </a:solidFill>
                <a:latin typeface="Trebuchet MS"/>
                <a:cs typeface="Trebuchet MS"/>
              </a:rPr>
              <a:t>Review</a:t>
            </a:r>
            <a:r>
              <a:rPr sz="3000" b="1" spc="-220" dirty="0">
                <a:solidFill>
                  <a:srgbClr val="331C2C"/>
                </a:solidFill>
                <a:latin typeface="Trebuchet MS"/>
                <a:cs typeface="Trebuchet MS"/>
              </a:rPr>
              <a:t> </a:t>
            </a:r>
            <a:r>
              <a:rPr sz="3000" b="1" spc="185" dirty="0">
                <a:solidFill>
                  <a:srgbClr val="331C2C"/>
                </a:solidFill>
                <a:latin typeface="Trebuchet MS"/>
                <a:cs typeface="Trebuchet MS"/>
              </a:rPr>
              <a:t>-</a:t>
            </a:r>
            <a:r>
              <a:rPr sz="3000" b="1" spc="-50" dirty="0">
                <a:solidFill>
                  <a:srgbClr val="331C2C"/>
                </a:solidFill>
                <a:latin typeface="Trebuchet MS"/>
                <a:cs typeface="Trebuchet MS"/>
              </a:rPr>
              <a:t>3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48916" y="1889505"/>
            <a:ext cx="7575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85" dirty="0">
                <a:solidFill>
                  <a:srgbClr val="331C2C"/>
                </a:solidFill>
                <a:latin typeface="Trebuchet MS"/>
                <a:cs typeface="Trebuchet MS"/>
              </a:rPr>
              <a:t>HELLO</a:t>
            </a:r>
            <a:r>
              <a:rPr sz="1850" b="1" spc="-85" dirty="0">
                <a:solidFill>
                  <a:srgbClr val="331C2C"/>
                </a:solidFill>
                <a:latin typeface="Times New Roman"/>
                <a:cs typeface="Times New Roman"/>
              </a:rPr>
              <a:t>!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5504" y="1543800"/>
            <a:ext cx="1419560" cy="14362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871637"/>
            <a:ext cx="18288000" cy="2415540"/>
            <a:chOff x="0" y="7871637"/>
            <a:chExt cx="18288000" cy="2415540"/>
          </a:xfrm>
        </p:grpSpPr>
        <p:sp>
          <p:nvSpPr>
            <p:cNvPr id="3" name="object 3"/>
            <p:cNvSpPr/>
            <p:nvPr/>
          </p:nvSpPr>
          <p:spPr>
            <a:xfrm>
              <a:off x="16949835" y="7871637"/>
              <a:ext cx="1338580" cy="2077085"/>
            </a:xfrm>
            <a:custGeom>
              <a:avLst/>
              <a:gdLst/>
              <a:ahLst/>
              <a:cxnLst/>
              <a:rect l="l" t="t" r="r" b="b"/>
              <a:pathLst>
                <a:path w="1338580" h="2077084">
                  <a:moveTo>
                    <a:pt x="1338164" y="2076901"/>
                  </a:moveTo>
                  <a:lnTo>
                    <a:pt x="1338164" y="376508"/>
                  </a:lnTo>
                  <a:lnTo>
                    <a:pt x="1263776" y="277335"/>
                  </a:lnTo>
                  <a:lnTo>
                    <a:pt x="1160036" y="158914"/>
                  </a:lnTo>
                  <a:lnTo>
                    <a:pt x="1081212" y="90898"/>
                  </a:lnTo>
                  <a:lnTo>
                    <a:pt x="1038356" y="62333"/>
                  </a:lnTo>
                  <a:lnTo>
                    <a:pt x="992962" y="38357"/>
                  </a:lnTo>
                  <a:lnTo>
                    <a:pt x="944847" y="19692"/>
                  </a:lnTo>
                  <a:lnTo>
                    <a:pt x="898483" y="7841"/>
                  </a:lnTo>
                  <a:lnTo>
                    <a:pt x="851460" y="1025"/>
                  </a:lnTo>
                  <a:lnTo>
                    <a:pt x="756070" y="0"/>
                  </a:lnTo>
                  <a:lnTo>
                    <a:pt x="659947" y="11616"/>
                  </a:lnTo>
                  <a:lnTo>
                    <a:pt x="422444" y="65556"/>
                  </a:lnTo>
                  <a:lnTo>
                    <a:pt x="282762" y="112297"/>
                  </a:lnTo>
                  <a:lnTo>
                    <a:pt x="197148" y="155390"/>
                  </a:lnTo>
                  <a:lnTo>
                    <a:pt x="158111" y="181678"/>
                  </a:lnTo>
                  <a:lnTo>
                    <a:pt x="122263" y="211643"/>
                  </a:lnTo>
                  <a:lnTo>
                    <a:pt x="90108" y="245673"/>
                  </a:lnTo>
                  <a:lnTo>
                    <a:pt x="62154" y="284156"/>
                  </a:lnTo>
                  <a:lnTo>
                    <a:pt x="39575" y="325970"/>
                  </a:lnTo>
                  <a:lnTo>
                    <a:pt x="22660" y="369905"/>
                  </a:lnTo>
                  <a:lnTo>
                    <a:pt x="10827" y="415573"/>
                  </a:lnTo>
                  <a:lnTo>
                    <a:pt x="3493" y="462589"/>
                  </a:lnTo>
                  <a:lnTo>
                    <a:pt x="0" y="559114"/>
                  </a:lnTo>
                  <a:lnTo>
                    <a:pt x="13965" y="704332"/>
                  </a:lnTo>
                  <a:lnTo>
                    <a:pt x="61396" y="949263"/>
                  </a:lnTo>
                  <a:lnTo>
                    <a:pt x="130452" y="1189002"/>
                  </a:lnTo>
                  <a:lnTo>
                    <a:pt x="220215" y="1418845"/>
                  </a:lnTo>
                  <a:lnTo>
                    <a:pt x="265991" y="1504373"/>
                  </a:lnTo>
                  <a:lnTo>
                    <a:pt x="322317" y="1581812"/>
                  </a:lnTo>
                  <a:lnTo>
                    <a:pt x="355358" y="1616136"/>
                  </a:lnTo>
                  <a:lnTo>
                    <a:pt x="392143" y="1646803"/>
                  </a:lnTo>
                  <a:lnTo>
                    <a:pt x="432595" y="1673313"/>
                  </a:lnTo>
                  <a:lnTo>
                    <a:pt x="475145" y="1695012"/>
                  </a:lnTo>
                  <a:lnTo>
                    <a:pt x="519508" y="1712597"/>
                  </a:lnTo>
                  <a:lnTo>
                    <a:pt x="612514" y="1738222"/>
                  </a:lnTo>
                  <a:lnTo>
                    <a:pt x="952779" y="1801027"/>
                  </a:lnTo>
                  <a:lnTo>
                    <a:pt x="1045199" y="1834428"/>
                  </a:lnTo>
                  <a:lnTo>
                    <a:pt x="1131002" y="1881186"/>
                  </a:lnTo>
                  <a:lnTo>
                    <a:pt x="1209272" y="1939488"/>
                  </a:lnTo>
                  <a:lnTo>
                    <a:pt x="1280162" y="2007669"/>
                  </a:lnTo>
                  <a:lnTo>
                    <a:pt x="1338164" y="2076901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962415" y="9835537"/>
              <a:ext cx="1177925" cy="451484"/>
            </a:xfrm>
            <a:custGeom>
              <a:avLst/>
              <a:gdLst/>
              <a:ahLst/>
              <a:cxnLst/>
              <a:rect l="l" t="t" r="r" b="b"/>
              <a:pathLst>
                <a:path w="1177925" h="451484">
                  <a:moveTo>
                    <a:pt x="1177605" y="451460"/>
                  </a:moveTo>
                  <a:lnTo>
                    <a:pt x="1124227" y="384704"/>
                  </a:lnTo>
                  <a:lnTo>
                    <a:pt x="1059090" y="315528"/>
                  </a:lnTo>
                  <a:lnTo>
                    <a:pt x="988486" y="251949"/>
                  </a:lnTo>
                  <a:lnTo>
                    <a:pt x="912945" y="194425"/>
                  </a:lnTo>
                  <a:lnTo>
                    <a:pt x="832997" y="143415"/>
                  </a:lnTo>
                  <a:lnTo>
                    <a:pt x="749174" y="99378"/>
                  </a:lnTo>
                  <a:lnTo>
                    <a:pt x="662006" y="62772"/>
                  </a:lnTo>
                  <a:lnTo>
                    <a:pt x="572024" y="34055"/>
                  </a:lnTo>
                  <a:lnTo>
                    <a:pt x="479757" y="13685"/>
                  </a:lnTo>
                  <a:lnTo>
                    <a:pt x="385738" y="2121"/>
                  </a:lnTo>
                  <a:lnTo>
                    <a:pt x="336221" y="0"/>
                  </a:lnTo>
                  <a:lnTo>
                    <a:pt x="286430" y="1563"/>
                  </a:lnTo>
                  <a:lnTo>
                    <a:pt x="237390" y="7835"/>
                  </a:lnTo>
                  <a:lnTo>
                    <a:pt x="190125" y="19840"/>
                  </a:lnTo>
                  <a:lnTo>
                    <a:pt x="145662" y="38603"/>
                  </a:lnTo>
                  <a:lnTo>
                    <a:pt x="105026" y="65147"/>
                  </a:lnTo>
                  <a:lnTo>
                    <a:pt x="69559" y="99871"/>
                  </a:lnTo>
                  <a:lnTo>
                    <a:pt x="41568" y="140653"/>
                  </a:lnTo>
                  <a:lnTo>
                    <a:pt x="20834" y="186042"/>
                  </a:lnTo>
                  <a:lnTo>
                    <a:pt x="7140" y="234589"/>
                  </a:lnTo>
                  <a:lnTo>
                    <a:pt x="268" y="284847"/>
                  </a:lnTo>
                  <a:lnTo>
                    <a:pt x="0" y="335364"/>
                  </a:lnTo>
                  <a:lnTo>
                    <a:pt x="5489" y="382766"/>
                  </a:lnTo>
                  <a:lnTo>
                    <a:pt x="15738" y="429216"/>
                  </a:lnTo>
                  <a:lnTo>
                    <a:pt x="22911" y="451457"/>
                  </a:lnTo>
                  <a:lnTo>
                    <a:pt x="1177605" y="45146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496664" y="8470391"/>
              <a:ext cx="1159510" cy="1159510"/>
            </a:xfrm>
            <a:custGeom>
              <a:avLst/>
              <a:gdLst/>
              <a:ahLst/>
              <a:cxnLst/>
              <a:rect l="l" t="t" r="r" b="b"/>
              <a:pathLst>
                <a:path w="1159509" h="1159509">
                  <a:moveTo>
                    <a:pt x="579500" y="0"/>
                  </a:moveTo>
                  <a:lnTo>
                    <a:pt x="531974" y="1921"/>
                  </a:lnTo>
                  <a:lnTo>
                    <a:pt x="485505" y="7585"/>
                  </a:lnTo>
                  <a:lnTo>
                    <a:pt x="440243" y="16842"/>
                  </a:lnTo>
                  <a:lnTo>
                    <a:pt x="396337" y="29544"/>
                  </a:lnTo>
                  <a:lnTo>
                    <a:pt x="353937" y="45542"/>
                  </a:lnTo>
                  <a:lnTo>
                    <a:pt x="313191" y="64686"/>
                  </a:lnTo>
                  <a:lnTo>
                    <a:pt x="274248" y="86828"/>
                  </a:lnTo>
                  <a:lnTo>
                    <a:pt x="237259" y="111817"/>
                  </a:lnTo>
                  <a:lnTo>
                    <a:pt x="202371" y="139506"/>
                  </a:lnTo>
                  <a:lnTo>
                    <a:pt x="169735" y="169745"/>
                  </a:lnTo>
                  <a:lnTo>
                    <a:pt x="139499" y="202384"/>
                  </a:lnTo>
                  <a:lnTo>
                    <a:pt x="111812" y="237275"/>
                  </a:lnTo>
                  <a:lnTo>
                    <a:pt x="86824" y="274269"/>
                  </a:lnTo>
                  <a:lnTo>
                    <a:pt x="64684" y="313217"/>
                  </a:lnTo>
                  <a:lnTo>
                    <a:pt x="45541" y="353969"/>
                  </a:lnTo>
                  <a:lnTo>
                    <a:pt x="29544" y="396376"/>
                  </a:lnTo>
                  <a:lnTo>
                    <a:pt x="16842" y="440290"/>
                  </a:lnTo>
                  <a:lnTo>
                    <a:pt x="7584" y="485560"/>
                  </a:lnTo>
                  <a:lnTo>
                    <a:pt x="1921" y="532039"/>
                  </a:lnTo>
                  <a:lnTo>
                    <a:pt x="0" y="579577"/>
                  </a:lnTo>
                  <a:lnTo>
                    <a:pt x="1921" y="627107"/>
                  </a:lnTo>
                  <a:lnTo>
                    <a:pt x="7584" y="673579"/>
                  </a:lnTo>
                  <a:lnTo>
                    <a:pt x="16842" y="718844"/>
                  </a:lnTo>
                  <a:lnTo>
                    <a:pt x="29544" y="762753"/>
                  </a:lnTo>
                  <a:lnTo>
                    <a:pt x="45541" y="805155"/>
                  </a:lnTo>
                  <a:lnTo>
                    <a:pt x="64684" y="845903"/>
                  </a:lnTo>
                  <a:lnTo>
                    <a:pt x="86824" y="884847"/>
                  </a:lnTo>
                  <a:lnTo>
                    <a:pt x="111812" y="921838"/>
                  </a:lnTo>
                  <a:lnTo>
                    <a:pt x="139499" y="956727"/>
                  </a:lnTo>
                  <a:lnTo>
                    <a:pt x="169735" y="989364"/>
                  </a:lnTo>
                  <a:lnTo>
                    <a:pt x="202371" y="1019601"/>
                  </a:lnTo>
                  <a:lnTo>
                    <a:pt x="237259" y="1047289"/>
                  </a:lnTo>
                  <a:lnTo>
                    <a:pt x="274248" y="1072277"/>
                  </a:lnTo>
                  <a:lnTo>
                    <a:pt x="313191" y="1094418"/>
                  </a:lnTo>
                  <a:lnTo>
                    <a:pt x="353937" y="1113561"/>
                  </a:lnTo>
                  <a:lnTo>
                    <a:pt x="396337" y="1129559"/>
                  </a:lnTo>
                  <a:lnTo>
                    <a:pt x="440243" y="1142261"/>
                  </a:lnTo>
                  <a:lnTo>
                    <a:pt x="485505" y="1151518"/>
                  </a:lnTo>
                  <a:lnTo>
                    <a:pt x="531974" y="1157182"/>
                  </a:lnTo>
                  <a:lnTo>
                    <a:pt x="579500" y="1159103"/>
                  </a:lnTo>
                  <a:lnTo>
                    <a:pt x="627027" y="1157182"/>
                  </a:lnTo>
                  <a:lnTo>
                    <a:pt x="673496" y="1151518"/>
                  </a:lnTo>
                  <a:lnTo>
                    <a:pt x="718758" y="1142261"/>
                  </a:lnTo>
                  <a:lnTo>
                    <a:pt x="762664" y="1129559"/>
                  </a:lnTo>
                  <a:lnTo>
                    <a:pt x="805064" y="1113561"/>
                  </a:lnTo>
                  <a:lnTo>
                    <a:pt x="845810" y="1094418"/>
                  </a:lnTo>
                  <a:lnTo>
                    <a:pt x="884753" y="1072277"/>
                  </a:lnTo>
                  <a:lnTo>
                    <a:pt x="921742" y="1047289"/>
                  </a:lnTo>
                  <a:lnTo>
                    <a:pt x="956630" y="1019601"/>
                  </a:lnTo>
                  <a:lnTo>
                    <a:pt x="989266" y="989364"/>
                  </a:lnTo>
                  <a:lnTo>
                    <a:pt x="1019502" y="956727"/>
                  </a:lnTo>
                  <a:lnTo>
                    <a:pt x="1047189" y="921838"/>
                  </a:lnTo>
                  <a:lnTo>
                    <a:pt x="1072177" y="884847"/>
                  </a:lnTo>
                  <a:lnTo>
                    <a:pt x="1094317" y="845903"/>
                  </a:lnTo>
                  <a:lnTo>
                    <a:pt x="1113460" y="805155"/>
                  </a:lnTo>
                  <a:lnTo>
                    <a:pt x="1129457" y="762753"/>
                  </a:lnTo>
                  <a:lnTo>
                    <a:pt x="1142159" y="718844"/>
                  </a:lnTo>
                  <a:lnTo>
                    <a:pt x="1151417" y="673579"/>
                  </a:lnTo>
                  <a:lnTo>
                    <a:pt x="1157080" y="627107"/>
                  </a:lnTo>
                  <a:lnTo>
                    <a:pt x="1159002" y="579577"/>
                  </a:lnTo>
                  <a:lnTo>
                    <a:pt x="1157080" y="532039"/>
                  </a:lnTo>
                  <a:lnTo>
                    <a:pt x="1151417" y="485560"/>
                  </a:lnTo>
                  <a:lnTo>
                    <a:pt x="1142159" y="440290"/>
                  </a:lnTo>
                  <a:lnTo>
                    <a:pt x="1129457" y="396376"/>
                  </a:lnTo>
                  <a:lnTo>
                    <a:pt x="1113460" y="353969"/>
                  </a:lnTo>
                  <a:lnTo>
                    <a:pt x="1094317" y="313217"/>
                  </a:lnTo>
                  <a:lnTo>
                    <a:pt x="1072177" y="274269"/>
                  </a:lnTo>
                  <a:lnTo>
                    <a:pt x="1047189" y="237275"/>
                  </a:lnTo>
                  <a:lnTo>
                    <a:pt x="1019502" y="202384"/>
                  </a:lnTo>
                  <a:lnTo>
                    <a:pt x="989266" y="169745"/>
                  </a:lnTo>
                  <a:lnTo>
                    <a:pt x="956630" y="139506"/>
                  </a:lnTo>
                  <a:lnTo>
                    <a:pt x="921742" y="111817"/>
                  </a:lnTo>
                  <a:lnTo>
                    <a:pt x="884753" y="86828"/>
                  </a:lnTo>
                  <a:lnTo>
                    <a:pt x="845810" y="64686"/>
                  </a:lnTo>
                  <a:lnTo>
                    <a:pt x="805064" y="45542"/>
                  </a:lnTo>
                  <a:lnTo>
                    <a:pt x="762664" y="29544"/>
                  </a:lnTo>
                  <a:lnTo>
                    <a:pt x="718758" y="16842"/>
                  </a:lnTo>
                  <a:lnTo>
                    <a:pt x="673496" y="7585"/>
                  </a:lnTo>
                  <a:lnTo>
                    <a:pt x="627027" y="1921"/>
                  </a:lnTo>
                  <a:lnTo>
                    <a:pt x="579500" y="0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3126" rIns="0" bIns="0" rtlCol="0">
            <a:spAutoFit/>
          </a:bodyPr>
          <a:lstStyle/>
          <a:p>
            <a:pPr marL="2217420">
              <a:lnSpc>
                <a:spcPct val="100000"/>
              </a:lnSpc>
              <a:spcBef>
                <a:spcPts val="95"/>
              </a:spcBef>
            </a:pPr>
            <a:r>
              <a:rPr spc="-425" dirty="0">
                <a:latin typeface="Segoe UI"/>
                <a:cs typeface="Segoe UI"/>
              </a:rPr>
              <a:t>O</a:t>
            </a:r>
            <a:r>
              <a:rPr spc="80" dirty="0">
                <a:latin typeface="Segoe UI"/>
                <a:cs typeface="Segoe UI"/>
              </a:rPr>
              <a:t>V</a:t>
            </a:r>
            <a:r>
              <a:rPr spc="-180" dirty="0">
                <a:latin typeface="Segoe UI"/>
                <a:cs typeface="Segoe UI"/>
              </a:rPr>
              <a:t>E</a:t>
            </a:r>
            <a:r>
              <a:rPr spc="80" dirty="0">
                <a:latin typeface="Segoe UI"/>
                <a:cs typeface="Segoe UI"/>
              </a:rPr>
              <a:t>RV</a:t>
            </a:r>
            <a:r>
              <a:rPr spc="-5" dirty="0">
                <a:latin typeface="Segoe UI"/>
                <a:cs typeface="Segoe UI"/>
              </a:rPr>
              <a:t>I</a:t>
            </a:r>
            <a:r>
              <a:rPr spc="-180" dirty="0">
                <a:latin typeface="Segoe UI"/>
                <a:cs typeface="Segoe UI"/>
              </a:rPr>
              <a:t>E</a:t>
            </a:r>
            <a:r>
              <a:rPr spc="-290" dirty="0">
                <a:latin typeface="Segoe UI"/>
                <a:cs typeface="Segoe UI"/>
              </a:rPr>
              <a:t>W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911065" y="8569249"/>
            <a:ext cx="334010" cy="765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50" b="1" spc="-50" dirty="0">
                <a:solidFill>
                  <a:srgbClr val="331C2C"/>
                </a:solidFill>
                <a:latin typeface="Times New Roman"/>
                <a:cs typeface="Times New Roman"/>
              </a:rPr>
              <a:t>1</a:t>
            </a:r>
            <a:endParaRPr sz="4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12188" y="3942994"/>
            <a:ext cx="4514850" cy="1751964"/>
          </a:xfrm>
          <a:prstGeom prst="rect">
            <a:avLst/>
          </a:prstGeom>
        </p:spPr>
        <p:txBody>
          <a:bodyPr vert="horz" wrap="square" lIns="0" tIns="311785" rIns="0" bIns="0" rtlCol="0">
            <a:spAutoFit/>
          </a:bodyPr>
          <a:lstStyle/>
          <a:p>
            <a:pPr marL="411480" indent="-398780">
              <a:lnSpc>
                <a:spcPct val="100000"/>
              </a:lnSpc>
              <a:spcBef>
                <a:spcPts val="2455"/>
              </a:spcBef>
              <a:buFont typeface="Arial MT"/>
              <a:buChar char="•"/>
              <a:tabLst>
                <a:tab pos="411480" algn="l"/>
              </a:tabLst>
            </a:pPr>
            <a:r>
              <a:rPr sz="3700" b="1" spc="-10" dirty="0">
                <a:solidFill>
                  <a:srgbClr val="331C2C"/>
                </a:solidFill>
                <a:latin typeface="Times New Roman"/>
                <a:cs typeface="Times New Roman"/>
              </a:rPr>
              <a:t>Introduction</a:t>
            </a:r>
            <a:endParaRPr sz="3700">
              <a:latin typeface="Times New Roman"/>
              <a:cs typeface="Times New Roman"/>
            </a:endParaRPr>
          </a:p>
          <a:p>
            <a:pPr marL="416559" indent="-399415">
              <a:lnSpc>
                <a:spcPct val="100000"/>
              </a:lnSpc>
              <a:spcBef>
                <a:spcPts val="2360"/>
              </a:spcBef>
              <a:buFont typeface="Arial MT"/>
              <a:buChar char="•"/>
              <a:tabLst>
                <a:tab pos="416559" algn="l"/>
              </a:tabLst>
            </a:pPr>
            <a:r>
              <a:rPr sz="3700" b="1" dirty="0">
                <a:solidFill>
                  <a:srgbClr val="331C2C"/>
                </a:solidFill>
                <a:latin typeface="Times New Roman"/>
                <a:cs typeface="Times New Roman"/>
              </a:rPr>
              <a:t>System</a:t>
            </a:r>
            <a:r>
              <a:rPr sz="3700" b="1" spc="-9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700" b="1" spc="-10" dirty="0">
                <a:solidFill>
                  <a:srgbClr val="331C2C"/>
                </a:solidFill>
                <a:latin typeface="Times New Roman"/>
                <a:cs typeface="Times New Roman"/>
              </a:rPr>
              <a:t>Components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34936" y="3271774"/>
            <a:ext cx="253873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1480" indent="-39878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11480" algn="l"/>
              </a:tabLst>
            </a:pPr>
            <a:r>
              <a:rPr sz="3700" b="1" spc="-10" dirty="0">
                <a:solidFill>
                  <a:srgbClr val="331C2C"/>
                </a:solidFill>
                <a:latin typeface="Times New Roman"/>
                <a:cs typeface="Times New Roman"/>
              </a:rPr>
              <a:t>Objectives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34936" y="3937532"/>
            <a:ext cx="4491990" cy="1762760"/>
          </a:xfrm>
          <a:prstGeom prst="rect">
            <a:avLst/>
          </a:prstGeom>
        </p:spPr>
        <p:txBody>
          <a:bodyPr vert="horz" wrap="square" lIns="0" tIns="317500" rIns="0" bIns="0" rtlCol="0">
            <a:spAutoFit/>
          </a:bodyPr>
          <a:lstStyle/>
          <a:p>
            <a:pPr marL="411480" indent="-398780">
              <a:lnSpc>
                <a:spcPct val="100000"/>
              </a:lnSpc>
              <a:spcBef>
                <a:spcPts val="2500"/>
              </a:spcBef>
              <a:buFont typeface="Arial MT"/>
              <a:buChar char="•"/>
              <a:tabLst>
                <a:tab pos="411480" algn="l"/>
              </a:tabLst>
            </a:pPr>
            <a:r>
              <a:rPr sz="3700" b="1" dirty="0">
                <a:solidFill>
                  <a:srgbClr val="331C2C"/>
                </a:solidFill>
                <a:latin typeface="Times New Roman"/>
                <a:cs typeface="Times New Roman"/>
              </a:rPr>
              <a:t>Project</a:t>
            </a:r>
            <a:r>
              <a:rPr sz="3700" b="1" spc="-17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700" b="1" spc="-10" dirty="0">
                <a:solidFill>
                  <a:srgbClr val="331C2C"/>
                </a:solidFill>
                <a:latin typeface="Times New Roman"/>
                <a:cs typeface="Times New Roman"/>
              </a:rPr>
              <a:t>Scope</a:t>
            </a:r>
            <a:endParaRPr sz="3700">
              <a:latin typeface="Times New Roman"/>
              <a:cs typeface="Times New Roman"/>
            </a:endParaRPr>
          </a:p>
          <a:p>
            <a:pPr marL="411480" indent="-398780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411480" algn="l"/>
              </a:tabLst>
            </a:pPr>
            <a:r>
              <a:rPr sz="3700" b="1" spc="-20" dirty="0">
                <a:solidFill>
                  <a:srgbClr val="331C2C"/>
                </a:solidFill>
                <a:latin typeface="Times New Roman"/>
                <a:cs typeface="Times New Roman"/>
              </a:rPr>
              <a:t>System</a:t>
            </a:r>
            <a:r>
              <a:rPr sz="3700" b="1" spc="-17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700" b="1" spc="-10" dirty="0">
                <a:solidFill>
                  <a:srgbClr val="331C2C"/>
                </a:solidFill>
                <a:latin typeface="Times New Roman"/>
                <a:cs typeface="Times New Roman"/>
              </a:rPr>
              <a:t>Architecture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83082" y="3174771"/>
            <a:ext cx="3567429" cy="134620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411480" indent="-398780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411480" algn="l"/>
              </a:tabLst>
            </a:pPr>
            <a:r>
              <a:rPr sz="3700" b="1" spc="-35" dirty="0">
                <a:solidFill>
                  <a:srgbClr val="331C2C"/>
                </a:solidFill>
                <a:latin typeface="Times New Roman"/>
                <a:cs typeface="Times New Roman"/>
              </a:rPr>
              <a:t>UML</a:t>
            </a:r>
            <a:r>
              <a:rPr sz="3700" b="1" spc="-18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700" b="1" spc="-10" dirty="0">
                <a:solidFill>
                  <a:srgbClr val="331C2C"/>
                </a:solidFill>
                <a:latin typeface="Times New Roman"/>
                <a:cs typeface="Times New Roman"/>
              </a:rPr>
              <a:t>Diagrams</a:t>
            </a:r>
            <a:endParaRPr sz="3700">
              <a:latin typeface="Times New Roman"/>
              <a:cs typeface="Times New Roman"/>
            </a:endParaRPr>
          </a:p>
          <a:p>
            <a:pPr marL="411480" indent="-39878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411480" algn="l"/>
              </a:tabLst>
            </a:pPr>
            <a:r>
              <a:rPr sz="3700" b="1" spc="-10" dirty="0">
                <a:solidFill>
                  <a:srgbClr val="331C2C"/>
                </a:solidFill>
                <a:latin typeface="Times New Roman"/>
                <a:cs typeface="Times New Roman"/>
              </a:rPr>
              <a:t>Alternatives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91845" y="4902835"/>
            <a:ext cx="240665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1480" indent="-39878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11480" algn="l"/>
              </a:tabLst>
            </a:pPr>
            <a:r>
              <a:rPr sz="3700" b="1" spc="-10" dirty="0">
                <a:solidFill>
                  <a:srgbClr val="331C2C"/>
                </a:solidFill>
                <a:latin typeface="Times New Roman"/>
                <a:cs typeface="Times New Roman"/>
              </a:rPr>
              <a:t>Summary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12188" y="3271774"/>
            <a:ext cx="217170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1480" indent="-39878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11480" algn="l"/>
              </a:tabLst>
            </a:pPr>
            <a:r>
              <a:rPr sz="3700" b="1" spc="-10" dirty="0">
                <a:solidFill>
                  <a:srgbClr val="331C2C"/>
                </a:solidFill>
                <a:latin typeface="Times New Roman"/>
                <a:cs typeface="Times New Roman"/>
              </a:rPr>
              <a:t>Abstract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4636091" y="-1"/>
            <a:ext cx="3652520" cy="3553460"/>
          </a:xfrm>
          <a:custGeom>
            <a:avLst/>
            <a:gdLst/>
            <a:ahLst/>
            <a:cxnLst/>
            <a:rect l="l" t="t" r="r" b="b"/>
            <a:pathLst>
              <a:path w="3652519" h="3553460">
                <a:moveTo>
                  <a:pt x="3644823" y="3553300"/>
                </a:moveTo>
                <a:lnTo>
                  <a:pt x="3651903" y="3553230"/>
                </a:lnTo>
                <a:lnTo>
                  <a:pt x="3651907" y="0"/>
                </a:lnTo>
                <a:lnTo>
                  <a:pt x="0" y="0"/>
                </a:lnTo>
                <a:lnTo>
                  <a:pt x="6839" y="52723"/>
                </a:lnTo>
                <a:lnTo>
                  <a:pt x="14443" y="101394"/>
                </a:lnTo>
                <a:lnTo>
                  <a:pt x="23393" y="149749"/>
                </a:lnTo>
                <a:lnTo>
                  <a:pt x="33857" y="197731"/>
                </a:lnTo>
                <a:lnTo>
                  <a:pt x="45998" y="245287"/>
                </a:lnTo>
                <a:lnTo>
                  <a:pt x="59985" y="292359"/>
                </a:lnTo>
                <a:lnTo>
                  <a:pt x="75981" y="338892"/>
                </a:lnTo>
                <a:lnTo>
                  <a:pt x="94298" y="384880"/>
                </a:lnTo>
                <a:lnTo>
                  <a:pt x="115114" y="430039"/>
                </a:lnTo>
                <a:lnTo>
                  <a:pt x="138390" y="474093"/>
                </a:lnTo>
                <a:lnTo>
                  <a:pt x="164089" y="516766"/>
                </a:lnTo>
                <a:lnTo>
                  <a:pt x="192169" y="557781"/>
                </a:lnTo>
                <a:lnTo>
                  <a:pt x="222594" y="596863"/>
                </a:lnTo>
                <a:lnTo>
                  <a:pt x="255324" y="633734"/>
                </a:lnTo>
                <a:lnTo>
                  <a:pt x="290319" y="668118"/>
                </a:lnTo>
                <a:lnTo>
                  <a:pt x="327542" y="699740"/>
                </a:lnTo>
                <a:lnTo>
                  <a:pt x="366954" y="728322"/>
                </a:lnTo>
                <a:lnTo>
                  <a:pt x="408514" y="753588"/>
                </a:lnTo>
                <a:lnTo>
                  <a:pt x="452186" y="775263"/>
                </a:lnTo>
                <a:lnTo>
                  <a:pt x="497929" y="793069"/>
                </a:lnTo>
                <a:lnTo>
                  <a:pt x="547467" y="807442"/>
                </a:lnTo>
                <a:lnTo>
                  <a:pt x="597838" y="817997"/>
                </a:lnTo>
                <a:lnTo>
                  <a:pt x="648828" y="825773"/>
                </a:lnTo>
                <a:lnTo>
                  <a:pt x="700219" y="831811"/>
                </a:lnTo>
                <a:lnTo>
                  <a:pt x="803344" y="842824"/>
                </a:lnTo>
                <a:lnTo>
                  <a:pt x="854645" y="849877"/>
                </a:lnTo>
                <a:lnTo>
                  <a:pt x="905485" y="859348"/>
                </a:lnTo>
                <a:lnTo>
                  <a:pt x="953868" y="871659"/>
                </a:lnTo>
                <a:lnTo>
                  <a:pt x="1001217" y="887280"/>
                </a:lnTo>
                <a:lnTo>
                  <a:pt x="1047378" y="906069"/>
                </a:lnTo>
                <a:lnTo>
                  <a:pt x="1092196" y="927883"/>
                </a:lnTo>
                <a:lnTo>
                  <a:pt x="1135518" y="952582"/>
                </a:lnTo>
                <a:lnTo>
                  <a:pt x="1177189" y="980023"/>
                </a:lnTo>
                <a:lnTo>
                  <a:pt x="1217054" y="1010065"/>
                </a:lnTo>
                <a:lnTo>
                  <a:pt x="1254959" y="1042565"/>
                </a:lnTo>
                <a:lnTo>
                  <a:pt x="1290750" y="1077381"/>
                </a:lnTo>
                <a:lnTo>
                  <a:pt x="1324272" y="1114373"/>
                </a:lnTo>
                <a:lnTo>
                  <a:pt x="1355371" y="1153397"/>
                </a:lnTo>
                <a:lnTo>
                  <a:pt x="1383893" y="1194312"/>
                </a:lnTo>
                <a:lnTo>
                  <a:pt x="1409683" y="1236976"/>
                </a:lnTo>
                <a:lnTo>
                  <a:pt x="1432587" y="1281248"/>
                </a:lnTo>
                <a:lnTo>
                  <a:pt x="1452451" y="1326985"/>
                </a:lnTo>
                <a:lnTo>
                  <a:pt x="1469120" y="1374045"/>
                </a:lnTo>
                <a:lnTo>
                  <a:pt x="1482124" y="1419546"/>
                </a:lnTo>
                <a:lnTo>
                  <a:pt x="1493060" y="1466017"/>
                </a:lnTo>
                <a:lnTo>
                  <a:pt x="1502436" y="1513194"/>
                </a:lnTo>
                <a:lnTo>
                  <a:pt x="1510761" y="1560813"/>
                </a:lnTo>
                <a:lnTo>
                  <a:pt x="1526296" y="1656322"/>
                </a:lnTo>
                <a:lnTo>
                  <a:pt x="1534524" y="1703683"/>
                </a:lnTo>
                <a:lnTo>
                  <a:pt x="1543739" y="1750431"/>
                </a:lnTo>
                <a:lnTo>
                  <a:pt x="1554449" y="1796300"/>
                </a:lnTo>
                <a:lnTo>
                  <a:pt x="1567163" y="1841028"/>
                </a:lnTo>
                <a:lnTo>
                  <a:pt x="1582391" y="1884350"/>
                </a:lnTo>
                <a:lnTo>
                  <a:pt x="1600642" y="1926002"/>
                </a:lnTo>
                <a:lnTo>
                  <a:pt x="1622425" y="1965720"/>
                </a:lnTo>
                <a:lnTo>
                  <a:pt x="1648249" y="2003240"/>
                </a:lnTo>
                <a:lnTo>
                  <a:pt x="1678623" y="2038298"/>
                </a:lnTo>
                <a:lnTo>
                  <a:pt x="1714956" y="2071130"/>
                </a:lnTo>
                <a:lnTo>
                  <a:pt x="1754625" y="2099042"/>
                </a:lnTo>
                <a:lnTo>
                  <a:pt x="1797169" y="2122356"/>
                </a:lnTo>
                <a:lnTo>
                  <a:pt x="1842129" y="2141397"/>
                </a:lnTo>
                <a:lnTo>
                  <a:pt x="2532500" y="2166583"/>
                </a:lnTo>
                <a:lnTo>
                  <a:pt x="2581666" y="2169465"/>
                </a:lnTo>
                <a:lnTo>
                  <a:pt x="2630700" y="2175085"/>
                </a:lnTo>
                <a:lnTo>
                  <a:pt x="2677712" y="2183494"/>
                </a:lnTo>
                <a:lnTo>
                  <a:pt x="2723803" y="2194769"/>
                </a:lnTo>
                <a:lnTo>
                  <a:pt x="2768933" y="2208794"/>
                </a:lnTo>
                <a:lnTo>
                  <a:pt x="2813060" y="2225450"/>
                </a:lnTo>
                <a:lnTo>
                  <a:pt x="2856146" y="2244618"/>
                </a:lnTo>
                <a:lnTo>
                  <a:pt x="2898148" y="2266182"/>
                </a:lnTo>
                <a:lnTo>
                  <a:pt x="2939026" y="2290023"/>
                </a:lnTo>
                <a:lnTo>
                  <a:pt x="2978740" y="2316024"/>
                </a:lnTo>
                <a:lnTo>
                  <a:pt x="3017250" y="2344065"/>
                </a:lnTo>
                <a:lnTo>
                  <a:pt x="3054515" y="2374031"/>
                </a:lnTo>
                <a:lnTo>
                  <a:pt x="3090495" y="2405802"/>
                </a:lnTo>
                <a:lnTo>
                  <a:pt x="3125149" y="2439261"/>
                </a:lnTo>
                <a:lnTo>
                  <a:pt x="3158436" y="2474290"/>
                </a:lnTo>
                <a:lnTo>
                  <a:pt x="3190316" y="2510770"/>
                </a:lnTo>
                <a:lnTo>
                  <a:pt x="3220749" y="2548585"/>
                </a:lnTo>
                <a:lnTo>
                  <a:pt x="3249694" y="2587616"/>
                </a:lnTo>
                <a:lnTo>
                  <a:pt x="3277111" y="2627745"/>
                </a:lnTo>
                <a:lnTo>
                  <a:pt x="3302958" y="2668854"/>
                </a:lnTo>
                <a:lnTo>
                  <a:pt x="3327197" y="2710826"/>
                </a:lnTo>
                <a:lnTo>
                  <a:pt x="3349785" y="2753542"/>
                </a:lnTo>
                <a:lnTo>
                  <a:pt x="3370684" y="2796885"/>
                </a:lnTo>
                <a:lnTo>
                  <a:pt x="3390430" y="2841833"/>
                </a:lnTo>
                <a:lnTo>
                  <a:pt x="3408762" y="2887321"/>
                </a:lnTo>
                <a:lnTo>
                  <a:pt x="3425749" y="2933303"/>
                </a:lnTo>
                <a:lnTo>
                  <a:pt x="3441460" y="2979732"/>
                </a:lnTo>
                <a:lnTo>
                  <a:pt x="3455964" y="3026559"/>
                </a:lnTo>
                <a:lnTo>
                  <a:pt x="3469330" y="3073739"/>
                </a:lnTo>
                <a:lnTo>
                  <a:pt x="3481629" y="3121223"/>
                </a:lnTo>
                <a:lnTo>
                  <a:pt x="3492928" y="3168966"/>
                </a:lnTo>
                <a:lnTo>
                  <a:pt x="3503297" y="3216919"/>
                </a:lnTo>
                <a:lnTo>
                  <a:pt x="3512805" y="3265036"/>
                </a:lnTo>
                <a:lnTo>
                  <a:pt x="3521522" y="3313269"/>
                </a:lnTo>
                <a:lnTo>
                  <a:pt x="3527871" y="3353945"/>
                </a:lnTo>
                <a:lnTo>
                  <a:pt x="3534918" y="3397184"/>
                </a:lnTo>
                <a:lnTo>
                  <a:pt x="3544498" y="3440171"/>
                </a:lnTo>
                <a:lnTo>
                  <a:pt x="3558444" y="3480090"/>
                </a:lnTo>
                <a:lnTo>
                  <a:pt x="3578591" y="3514129"/>
                </a:lnTo>
                <a:lnTo>
                  <a:pt x="3606772" y="3539470"/>
                </a:lnTo>
                <a:lnTo>
                  <a:pt x="3644823" y="3553300"/>
                </a:lnTo>
                <a:close/>
              </a:path>
              <a:path w="3652519" h="3553460">
                <a:moveTo>
                  <a:pt x="2087062" y="2183820"/>
                </a:moveTo>
                <a:lnTo>
                  <a:pt x="2136855" y="2184012"/>
                </a:lnTo>
                <a:lnTo>
                  <a:pt x="2186345" y="2182416"/>
                </a:lnTo>
                <a:lnTo>
                  <a:pt x="2235866" y="2179686"/>
                </a:lnTo>
                <a:lnTo>
                  <a:pt x="2384411" y="2169527"/>
                </a:lnTo>
                <a:lnTo>
                  <a:pt x="2433852" y="2167098"/>
                </a:lnTo>
                <a:lnTo>
                  <a:pt x="2483222" y="2165956"/>
                </a:lnTo>
                <a:lnTo>
                  <a:pt x="2532500" y="2166583"/>
                </a:lnTo>
                <a:lnTo>
                  <a:pt x="1853039" y="2144906"/>
                </a:lnTo>
                <a:lnTo>
                  <a:pt x="1889045" y="2156488"/>
                </a:lnTo>
                <a:lnTo>
                  <a:pt x="1937456" y="2167953"/>
                </a:lnTo>
                <a:lnTo>
                  <a:pt x="1986450" y="2176039"/>
                </a:lnTo>
                <a:lnTo>
                  <a:pt x="1986061" y="2176027"/>
                </a:lnTo>
                <a:lnTo>
                  <a:pt x="2036925" y="2181295"/>
                </a:lnTo>
                <a:lnTo>
                  <a:pt x="2087062" y="2183820"/>
                </a:lnTo>
                <a:close/>
              </a:path>
            </a:pathLst>
          </a:custGeom>
          <a:solidFill>
            <a:srgbClr val="CEB3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0" y="0"/>
            <a:ext cx="1198245" cy="2308860"/>
            <a:chOff x="0" y="0"/>
            <a:chExt cx="1198245" cy="2308860"/>
          </a:xfrm>
        </p:grpSpPr>
        <p:sp>
          <p:nvSpPr>
            <p:cNvPr id="16" name="object 16"/>
            <p:cNvSpPr/>
            <p:nvPr/>
          </p:nvSpPr>
          <p:spPr>
            <a:xfrm>
              <a:off x="0" y="415999"/>
              <a:ext cx="1144270" cy="1892935"/>
            </a:xfrm>
            <a:custGeom>
              <a:avLst/>
              <a:gdLst/>
              <a:ahLst/>
              <a:cxnLst/>
              <a:rect l="l" t="t" r="r" b="b"/>
              <a:pathLst>
                <a:path w="1144270" h="1892935">
                  <a:moveTo>
                    <a:pt x="0" y="0"/>
                  </a:moveTo>
                  <a:lnTo>
                    <a:pt x="0" y="1658009"/>
                  </a:lnTo>
                  <a:lnTo>
                    <a:pt x="61612" y="1731358"/>
                  </a:lnTo>
                  <a:lnTo>
                    <a:pt x="131601" y="1796917"/>
                  </a:lnTo>
                  <a:lnTo>
                    <a:pt x="169970" y="1824817"/>
                  </a:lnTo>
                  <a:lnTo>
                    <a:pt x="210847" y="1848588"/>
                  </a:lnTo>
                  <a:lnTo>
                    <a:pt x="254428" y="1867574"/>
                  </a:lnTo>
                  <a:lnTo>
                    <a:pt x="301991" y="1881468"/>
                  </a:lnTo>
                  <a:lnTo>
                    <a:pt x="350535" y="1889618"/>
                  </a:lnTo>
                  <a:lnTo>
                    <a:pt x="399818" y="1892835"/>
                  </a:lnTo>
                  <a:lnTo>
                    <a:pt x="499635" y="1887710"/>
                  </a:lnTo>
                  <a:lnTo>
                    <a:pt x="697135" y="1853659"/>
                  </a:lnTo>
                  <a:lnTo>
                    <a:pt x="841835" y="1816157"/>
                  </a:lnTo>
                  <a:lnTo>
                    <a:pt x="932213" y="1778964"/>
                  </a:lnTo>
                  <a:lnTo>
                    <a:pt x="973774" y="1755212"/>
                  </a:lnTo>
                  <a:lnTo>
                    <a:pt x="1012115" y="1727355"/>
                  </a:lnTo>
                  <a:lnTo>
                    <a:pt x="1046636" y="1694895"/>
                  </a:lnTo>
                  <a:lnTo>
                    <a:pt x="1076737" y="1657332"/>
                  </a:lnTo>
                  <a:lnTo>
                    <a:pt x="1101510" y="1614832"/>
                  </a:lnTo>
                  <a:lnTo>
                    <a:pt x="1119869" y="1569653"/>
                  </a:lnTo>
                  <a:lnTo>
                    <a:pt x="1132556" y="1522332"/>
                  </a:lnTo>
                  <a:lnTo>
                    <a:pt x="1140313" y="1473407"/>
                  </a:lnTo>
                  <a:lnTo>
                    <a:pt x="1143881" y="1423417"/>
                  </a:lnTo>
                  <a:lnTo>
                    <a:pt x="1141418" y="1322392"/>
                  </a:lnTo>
                  <a:lnTo>
                    <a:pt x="1124436" y="1173604"/>
                  </a:lnTo>
                  <a:lnTo>
                    <a:pt x="1088144" y="977766"/>
                  </a:lnTo>
                  <a:lnTo>
                    <a:pt x="1036853" y="785295"/>
                  </a:lnTo>
                  <a:lnTo>
                    <a:pt x="968834" y="595314"/>
                  </a:lnTo>
                  <a:lnTo>
                    <a:pt x="922140" y="504796"/>
                  </a:lnTo>
                  <a:lnTo>
                    <a:pt x="893754" y="463171"/>
                  </a:lnTo>
                  <a:lnTo>
                    <a:pt x="861293" y="424940"/>
                  </a:lnTo>
                  <a:lnTo>
                    <a:pt x="824220" y="390829"/>
                  </a:lnTo>
                  <a:lnTo>
                    <a:pt x="784868" y="362957"/>
                  </a:lnTo>
                  <a:lnTo>
                    <a:pt x="743065" y="340127"/>
                  </a:lnTo>
                  <a:lnTo>
                    <a:pt x="699181" y="321536"/>
                  </a:lnTo>
                  <a:lnTo>
                    <a:pt x="606652" y="293858"/>
                  </a:lnTo>
                  <a:lnTo>
                    <a:pt x="364827" y="242598"/>
                  </a:lnTo>
                  <a:lnTo>
                    <a:pt x="271669" y="212391"/>
                  </a:lnTo>
                  <a:lnTo>
                    <a:pt x="227542" y="192260"/>
                  </a:lnTo>
                  <a:lnTo>
                    <a:pt x="185567" y="168767"/>
                  </a:lnTo>
                  <a:lnTo>
                    <a:pt x="107947" y="112621"/>
                  </a:lnTo>
                  <a:lnTo>
                    <a:pt x="38563" y="45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205" y="0"/>
              <a:ext cx="1123315" cy="517525"/>
            </a:xfrm>
            <a:custGeom>
              <a:avLst/>
              <a:gdLst/>
              <a:ahLst/>
              <a:cxnLst/>
              <a:rect l="l" t="t" r="r" b="b"/>
              <a:pathLst>
                <a:path w="1123315" h="517525">
                  <a:moveTo>
                    <a:pt x="1059869" y="0"/>
                  </a:moveTo>
                  <a:lnTo>
                    <a:pt x="0" y="0"/>
                  </a:lnTo>
                  <a:lnTo>
                    <a:pt x="27343" y="45451"/>
                  </a:lnTo>
                  <a:lnTo>
                    <a:pt x="81706" y="122376"/>
                  </a:lnTo>
                  <a:lnTo>
                    <a:pt x="142780" y="194155"/>
                  </a:lnTo>
                  <a:lnTo>
                    <a:pt x="209975" y="260238"/>
                  </a:lnTo>
                  <a:lnTo>
                    <a:pt x="282704" y="320072"/>
                  </a:lnTo>
                  <a:lnTo>
                    <a:pt x="360377" y="373106"/>
                  </a:lnTo>
                  <a:lnTo>
                    <a:pt x="442407" y="418787"/>
                  </a:lnTo>
                  <a:lnTo>
                    <a:pt x="528205" y="456564"/>
                  </a:lnTo>
                  <a:lnTo>
                    <a:pt x="572333" y="472317"/>
                  </a:lnTo>
                  <a:lnTo>
                    <a:pt x="617182" y="485886"/>
                  </a:lnTo>
                  <a:lnTo>
                    <a:pt x="662679" y="497203"/>
                  </a:lnTo>
                  <a:lnTo>
                    <a:pt x="708751" y="506200"/>
                  </a:lnTo>
                  <a:lnTo>
                    <a:pt x="755323" y="512806"/>
                  </a:lnTo>
                  <a:lnTo>
                    <a:pt x="809989" y="517007"/>
                  </a:lnTo>
                  <a:lnTo>
                    <a:pt x="864958" y="516057"/>
                  </a:lnTo>
                  <a:lnTo>
                    <a:pt x="918666" y="508260"/>
                  </a:lnTo>
                  <a:lnTo>
                    <a:pt x="969548" y="491921"/>
                  </a:lnTo>
                  <a:lnTo>
                    <a:pt x="1016039" y="465345"/>
                  </a:lnTo>
                  <a:lnTo>
                    <a:pt x="1049985" y="434719"/>
                  </a:lnTo>
                  <a:lnTo>
                    <a:pt x="1077278" y="398237"/>
                  </a:lnTo>
                  <a:lnTo>
                    <a:pt x="1098065" y="357243"/>
                  </a:lnTo>
                  <a:lnTo>
                    <a:pt x="1112492" y="313076"/>
                  </a:lnTo>
                  <a:lnTo>
                    <a:pt x="1120705" y="267080"/>
                  </a:lnTo>
                  <a:lnTo>
                    <a:pt x="1122849" y="220597"/>
                  </a:lnTo>
                  <a:lnTo>
                    <a:pt x="1118741" y="170556"/>
                  </a:lnTo>
                  <a:lnTo>
                    <a:pt x="1108932" y="121459"/>
                  </a:lnTo>
                  <a:lnTo>
                    <a:pt x="1093952" y="73579"/>
                  </a:lnTo>
                  <a:lnTo>
                    <a:pt x="1074330" y="27190"/>
                  </a:lnTo>
                  <a:lnTo>
                    <a:pt x="1059869" y="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-18998" y="6893224"/>
            <a:ext cx="17095470" cy="3394075"/>
            <a:chOff x="-18998" y="6893224"/>
            <a:chExt cx="17095470" cy="3394075"/>
          </a:xfrm>
        </p:grpSpPr>
        <p:sp>
          <p:nvSpPr>
            <p:cNvPr id="19" name="object 19"/>
            <p:cNvSpPr/>
            <p:nvPr/>
          </p:nvSpPr>
          <p:spPr>
            <a:xfrm>
              <a:off x="0" y="6893224"/>
              <a:ext cx="3025775" cy="3394075"/>
            </a:xfrm>
            <a:custGeom>
              <a:avLst/>
              <a:gdLst/>
              <a:ahLst/>
              <a:cxnLst/>
              <a:rect l="l" t="t" r="r" b="b"/>
              <a:pathLst>
                <a:path w="3025775" h="3394075">
                  <a:moveTo>
                    <a:pt x="180449" y="7524"/>
                  </a:moveTo>
                  <a:lnTo>
                    <a:pt x="131250" y="0"/>
                  </a:lnTo>
                  <a:lnTo>
                    <a:pt x="89100" y="7252"/>
                  </a:lnTo>
                  <a:lnTo>
                    <a:pt x="52706" y="28239"/>
                  </a:lnTo>
                  <a:lnTo>
                    <a:pt x="21421" y="60098"/>
                  </a:lnTo>
                  <a:lnTo>
                    <a:pt x="5" y="91929"/>
                  </a:lnTo>
                  <a:lnTo>
                    <a:pt x="0" y="3393773"/>
                  </a:lnTo>
                  <a:lnTo>
                    <a:pt x="3025318" y="3393779"/>
                  </a:lnTo>
                  <a:lnTo>
                    <a:pt x="2995744" y="3359010"/>
                  </a:lnTo>
                  <a:lnTo>
                    <a:pt x="2961439" y="3324444"/>
                  </a:lnTo>
                  <a:lnTo>
                    <a:pt x="2924479" y="3292806"/>
                  </a:lnTo>
                  <a:lnTo>
                    <a:pt x="2884856" y="3264373"/>
                  </a:lnTo>
                  <a:lnTo>
                    <a:pt x="2842565" y="3239426"/>
                  </a:lnTo>
                  <a:lnTo>
                    <a:pt x="2795974" y="3217257"/>
                  </a:lnTo>
                  <a:lnTo>
                    <a:pt x="2747946" y="3198723"/>
                  </a:lnTo>
                  <a:lnTo>
                    <a:pt x="2698860" y="3182832"/>
                  </a:lnTo>
                  <a:lnTo>
                    <a:pt x="2649097" y="3168594"/>
                  </a:lnTo>
                  <a:lnTo>
                    <a:pt x="2549062" y="3141110"/>
                  </a:lnTo>
                  <a:lnTo>
                    <a:pt x="2499552" y="3125883"/>
                  </a:lnTo>
                  <a:lnTo>
                    <a:pt x="2450886" y="3108344"/>
                  </a:lnTo>
                  <a:lnTo>
                    <a:pt x="2405104" y="3088397"/>
                  </a:lnTo>
                  <a:lnTo>
                    <a:pt x="2360875" y="3065348"/>
                  </a:lnTo>
                  <a:lnTo>
                    <a:pt x="2318330" y="3039363"/>
                  </a:lnTo>
                  <a:lnTo>
                    <a:pt x="2277597" y="3010608"/>
                  </a:lnTo>
                  <a:lnTo>
                    <a:pt x="2238807" y="2979246"/>
                  </a:lnTo>
                  <a:lnTo>
                    <a:pt x="2202088" y="2945443"/>
                  </a:lnTo>
                  <a:lnTo>
                    <a:pt x="2167571" y="2909363"/>
                  </a:lnTo>
                  <a:lnTo>
                    <a:pt x="2135385" y="2871172"/>
                  </a:lnTo>
                  <a:lnTo>
                    <a:pt x="2105659" y="2831035"/>
                  </a:lnTo>
                  <a:lnTo>
                    <a:pt x="2078523" y="2789116"/>
                  </a:lnTo>
                  <a:lnTo>
                    <a:pt x="2054107" y="2745581"/>
                  </a:lnTo>
                  <a:lnTo>
                    <a:pt x="2032540" y="2700593"/>
                  </a:lnTo>
                  <a:lnTo>
                    <a:pt x="2013951" y="2654319"/>
                  </a:lnTo>
                  <a:lnTo>
                    <a:pt x="1998470" y="2606923"/>
                  </a:lnTo>
                  <a:lnTo>
                    <a:pt x="1986227" y="2558570"/>
                  </a:lnTo>
                  <a:lnTo>
                    <a:pt x="1977352" y="2509426"/>
                  </a:lnTo>
                  <a:lnTo>
                    <a:pt x="1971843" y="2462411"/>
                  </a:lnTo>
                  <a:lnTo>
                    <a:pt x="1968532" y="2414772"/>
                  </a:lnTo>
                  <a:lnTo>
                    <a:pt x="1966875" y="2366687"/>
                  </a:lnTo>
                  <a:lnTo>
                    <a:pt x="1966327" y="2318334"/>
                  </a:lnTo>
                  <a:lnTo>
                    <a:pt x="1966374" y="2221542"/>
                  </a:lnTo>
                  <a:lnTo>
                    <a:pt x="1965880" y="2173460"/>
                  </a:lnTo>
                  <a:lnTo>
                    <a:pt x="1964313" y="2125825"/>
                  </a:lnTo>
                  <a:lnTo>
                    <a:pt x="1961128" y="2078816"/>
                  </a:lnTo>
                  <a:lnTo>
                    <a:pt x="1955781" y="2032611"/>
                  </a:lnTo>
                  <a:lnTo>
                    <a:pt x="1947726" y="1987389"/>
                  </a:lnTo>
                  <a:lnTo>
                    <a:pt x="1936417" y="1943329"/>
                  </a:lnTo>
                  <a:lnTo>
                    <a:pt x="1921310" y="1900609"/>
                  </a:lnTo>
                  <a:lnTo>
                    <a:pt x="1901859" y="1859408"/>
                  </a:lnTo>
                  <a:lnTo>
                    <a:pt x="1877520" y="1819905"/>
                  </a:lnTo>
                  <a:lnTo>
                    <a:pt x="1846939" y="1781639"/>
                  </a:lnTo>
                  <a:lnTo>
                    <a:pt x="1812273" y="1747694"/>
                  </a:lnTo>
                  <a:lnTo>
                    <a:pt x="1774027" y="1717824"/>
                  </a:lnTo>
                  <a:lnTo>
                    <a:pt x="1732708" y="1691784"/>
                  </a:lnTo>
                  <a:lnTo>
                    <a:pt x="1055204" y="1555714"/>
                  </a:lnTo>
                  <a:lnTo>
                    <a:pt x="1007130" y="1544950"/>
                  </a:lnTo>
                  <a:lnTo>
                    <a:pt x="959627" y="1531503"/>
                  </a:lnTo>
                  <a:lnTo>
                    <a:pt x="914569" y="1515629"/>
                  </a:lnTo>
                  <a:lnTo>
                    <a:pt x="870883" y="1497073"/>
                  </a:lnTo>
                  <a:lnTo>
                    <a:pt x="828588" y="1475958"/>
                  </a:lnTo>
                  <a:lnTo>
                    <a:pt x="787707" y="1452406"/>
                  </a:lnTo>
                  <a:lnTo>
                    <a:pt x="748259" y="1426542"/>
                  </a:lnTo>
                  <a:lnTo>
                    <a:pt x="710267" y="1398488"/>
                  </a:lnTo>
                  <a:lnTo>
                    <a:pt x="673750" y="1368367"/>
                  </a:lnTo>
                  <a:lnTo>
                    <a:pt x="638731" y="1336301"/>
                  </a:lnTo>
                  <a:lnTo>
                    <a:pt x="605229" y="1302414"/>
                  </a:lnTo>
                  <a:lnTo>
                    <a:pt x="573266" y="1266828"/>
                  </a:lnTo>
                  <a:lnTo>
                    <a:pt x="542864" y="1229667"/>
                  </a:lnTo>
                  <a:lnTo>
                    <a:pt x="514042" y="1191053"/>
                  </a:lnTo>
                  <a:lnTo>
                    <a:pt x="486822" y="1151109"/>
                  </a:lnTo>
                  <a:lnTo>
                    <a:pt x="461225" y="1109959"/>
                  </a:lnTo>
                  <a:lnTo>
                    <a:pt x="437271" y="1067725"/>
                  </a:lnTo>
                  <a:lnTo>
                    <a:pt x="414983" y="1024530"/>
                  </a:lnTo>
                  <a:lnTo>
                    <a:pt x="394380" y="980497"/>
                  </a:lnTo>
                  <a:lnTo>
                    <a:pt x="375484" y="935749"/>
                  </a:lnTo>
                  <a:lnTo>
                    <a:pt x="358316" y="890409"/>
                  </a:lnTo>
                  <a:lnTo>
                    <a:pt x="342896" y="844599"/>
                  </a:lnTo>
                  <a:lnTo>
                    <a:pt x="329246" y="798443"/>
                  </a:lnTo>
                  <a:lnTo>
                    <a:pt x="316992" y="750888"/>
                  </a:lnTo>
                  <a:lnTo>
                    <a:pt x="306222" y="703027"/>
                  </a:lnTo>
                  <a:lnTo>
                    <a:pt x="296858" y="654896"/>
                  </a:lnTo>
                  <a:lnTo>
                    <a:pt x="288827" y="606530"/>
                  </a:lnTo>
                  <a:lnTo>
                    <a:pt x="282051" y="557963"/>
                  </a:lnTo>
                  <a:lnTo>
                    <a:pt x="276454" y="509233"/>
                  </a:lnTo>
                  <a:lnTo>
                    <a:pt x="271962" y="460373"/>
                  </a:lnTo>
                  <a:lnTo>
                    <a:pt x="268497" y="411420"/>
                  </a:lnTo>
                  <a:lnTo>
                    <a:pt x="265984" y="362409"/>
                  </a:lnTo>
                  <a:lnTo>
                    <a:pt x="264348" y="313375"/>
                  </a:lnTo>
                  <a:lnTo>
                    <a:pt x="263512" y="264353"/>
                  </a:lnTo>
                  <a:lnTo>
                    <a:pt x="263796" y="223173"/>
                  </a:lnTo>
                  <a:lnTo>
                    <a:pt x="263804" y="179351"/>
                  </a:lnTo>
                  <a:lnTo>
                    <a:pt x="261271" y="135370"/>
                  </a:lnTo>
                  <a:lnTo>
                    <a:pt x="253933" y="93713"/>
                  </a:lnTo>
                  <a:lnTo>
                    <a:pt x="239526" y="56865"/>
                  </a:lnTo>
                  <a:lnTo>
                    <a:pt x="215786" y="27307"/>
                  </a:lnTo>
                  <a:lnTo>
                    <a:pt x="180449" y="7524"/>
                  </a:lnTo>
                  <a:close/>
                </a:path>
                <a:path w="3025775" h="3394075">
                  <a:moveTo>
                    <a:pt x="1497734" y="1610449"/>
                  </a:moveTo>
                  <a:lnTo>
                    <a:pt x="1448607" y="1602239"/>
                  </a:lnTo>
                  <a:lnTo>
                    <a:pt x="1399492" y="1595842"/>
                  </a:lnTo>
                  <a:lnTo>
                    <a:pt x="1350163" y="1590561"/>
                  </a:lnTo>
                  <a:lnTo>
                    <a:pt x="1201877" y="1576662"/>
                  </a:lnTo>
                  <a:lnTo>
                    <a:pt x="1152676" y="1571096"/>
                  </a:lnTo>
                  <a:lnTo>
                    <a:pt x="1103752" y="1564271"/>
                  </a:lnTo>
                  <a:lnTo>
                    <a:pt x="1055204" y="1555714"/>
                  </a:lnTo>
                  <a:lnTo>
                    <a:pt x="1722503" y="1686562"/>
                  </a:lnTo>
                  <a:lnTo>
                    <a:pt x="1688822" y="1669328"/>
                  </a:lnTo>
                  <a:lnTo>
                    <a:pt x="1642875" y="1650212"/>
                  </a:lnTo>
                  <a:lnTo>
                    <a:pt x="1595809" y="1634337"/>
                  </a:lnTo>
                  <a:lnTo>
                    <a:pt x="1596191" y="1634412"/>
                  </a:lnTo>
                  <a:lnTo>
                    <a:pt x="1546825" y="1621018"/>
                  </a:lnTo>
                  <a:lnTo>
                    <a:pt x="1497734" y="1610449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" y="9049969"/>
              <a:ext cx="17076420" cy="49530"/>
            </a:xfrm>
            <a:custGeom>
              <a:avLst/>
              <a:gdLst/>
              <a:ahLst/>
              <a:cxnLst/>
              <a:rect l="l" t="t" r="r" b="b"/>
              <a:pathLst>
                <a:path w="17076420" h="49529">
                  <a:moveTo>
                    <a:pt x="0" y="49403"/>
                  </a:moveTo>
                  <a:lnTo>
                    <a:pt x="5393383" y="0"/>
                  </a:lnTo>
                </a:path>
                <a:path w="17076420" h="49529">
                  <a:moveTo>
                    <a:pt x="14130475" y="0"/>
                  </a:moveTo>
                  <a:lnTo>
                    <a:pt x="17076113" y="0"/>
                  </a:lnTo>
                </a:path>
              </a:pathLst>
            </a:custGeom>
            <a:ln w="38100">
              <a:solidFill>
                <a:srgbClr val="A782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998" y="6893224"/>
            <a:ext cx="18307050" cy="3394075"/>
            <a:chOff x="-18998" y="6893224"/>
            <a:chExt cx="18307050" cy="3394075"/>
          </a:xfrm>
        </p:grpSpPr>
        <p:sp>
          <p:nvSpPr>
            <p:cNvPr id="3" name="object 3"/>
            <p:cNvSpPr/>
            <p:nvPr/>
          </p:nvSpPr>
          <p:spPr>
            <a:xfrm>
              <a:off x="16949836" y="7871637"/>
              <a:ext cx="1338580" cy="2077085"/>
            </a:xfrm>
            <a:custGeom>
              <a:avLst/>
              <a:gdLst/>
              <a:ahLst/>
              <a:cxnLst/>
              <a:rect l="l" t="t" r="r" b="b"/>
              <a:pathLst>
                <a:path w="1338580" h="2077084">
                  <a:moveTo>
                    <a:pt x="1338164" y="2076901"/>
                  </a:moveTo>
                  <a:lnTo>
                    <a:pt x="1338164" y="376508"/>
                  </a:lnTo>
                  <a:lnTo>
                    <a:pt x="1263776" y="277335"/>
                  </a:lnTo>
                  <a:lnTo>
                    <a:pt x="1160036" y="158914"/>
                  </a:lnTo>
                  <a:lnTo>
                    <a:pt x="1081212" y="90898"/>
                  </a:lnTo>
                  <a:lnTo>
                    <a:pt x="1038356" y="62333"/>
                  </a:lnTo>
                  <a:lnTo>
                    <a:pt x="992962" y="38357"/>
                  </a:lnTo>
                  <a:lnTo>
                    <a:pt x="944847" y="19692"/>
                  </a:lnTo>
                  <a:lnTo>
                    <a:pt x="898483" y="7841"/>
                  </a:lnTo>
                  <a:lnTo>
                    <a:pt x="851460" y="1025"/>
                  </a:lnTo>
                  <a:lnTo>
                    <a:pt x="756070" y="0"/>
                  </a:lnTo>
                  <a:lnTo>
                    <a:pt x="659947" y="11616"/>
                  </a:lnTo>
                  <a:lnTo>
                    <a:pt x="422444" y="65556"/>
                  </a:lnTo>
                  <a:lnTo>
                    <a:pt x="282762" y="112297"/>
                  </a:lnTo>
                  <a:lnTo>
                    <a:pt x="197148" y="155390"/>
                  </a:lnTo>
                  <a:lnTo>
                    <a:pt x="158111" y="181678"/>
                  </a:lnTo>
                  <a:lnTo>
                    <a:pt x="122263" y="211643"/>
                  </a:lnTo>
                  <a:lnTo>
                    <a:pt x="90108" y="245673"/>
                  </a:lnTo>
                  <a:lnTo>
                    <a:pt x="62154" y="284156"/>
                  </a:lnTo>
                  <a:lnTo>
                    <a:pt x="39575" y="325970"/>
                  </a:lnTo>
                  <a:lnTo>
                    <a:pt x="22660" y="369905"/>
                  </a:lnTo>
                  <a:lnTo>
                    <a:pt x="10827" y="415573"/>
                  </a:lnTo>
                  <a:lnTo>
                    <a:pt x="3493" y="462589"/>
                  </a:lnTo>
                  <a:lnTo>
                    <a:pt x="0" y="559114"/>
                  </a:lnTo>
                  <a:lnTo>
                    <a:pt x="13965" y="704332"/>
                  </a:lnTo>
                  <a:lnTo>
                    <a:pt x="61396" y="949263"/>
                  </a:lnTo>
                  <a:lnTo>
                    <a:pt x="130452" y="1189002"/>
                  </a:lnTo>
                  <a:lnTo>
                    <a:pt x="220215" y="1418845"/>
                  </a:lnTo>
                  <a:lnTo>
                    <a:pt x="265991" y="1504373"/>
                  </a:lnTo>
                  <a:lnTo>
                    <a:pt x="322317" y="1581812"/>
                  </a:lnTo>
                  <a:lnTo>
                    <a:pt x="355358" y="1616136"/>
                  </a:lnTo>
                  <a:lnTo>
                    <a:pt x="392143" y="1646803"/>
                  </a:lnTo>
                  <a:lnTo>
                    <a:pt x="432595" y="1673313"/>
                  </a:lnTo>
                  <a:lnTo>
                    <a:pt x="475145" y="1695012"/>
                  </a:lnTo>
                  <a:lnTo>
                    <a:pt x="519508" y="1712597"/>
                  </a:lnTo>
                  <a:lnTo>
                    <a:pt x="612514" y="1738222"/>
                  </a:lnTo>
                  <a:lnTo>
                    <a:pt x="952779" y="1801027"/>
                  </a:lnTo>
                  <a:lnTo>
                    <a:pt x="1045199" y="1834428"/>
                  </a:lnTo>
                  <a:lnTo>
                    <a:pt x="1131002" y="1881186"/>
                  </a:lnTo>
                  <a:lnTo>
                    <a:pt x="1209272" y="1939488"/>
                  </a:lnTo>
                  <a:lnTo>
                    <a:pt x="1280162" y="2007669"/>
                  </a:lnTo>
                  <a:lnTo>
                    <a:pt x="1338164" y="2076901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962415" y="9835537"/>
              <a:ext cx="1177925" cy="451484"/>
            </a:xfrm>
            <a:custGeom>
              <a:avLst/>
              <a:gdLst/>
              <a:ahLst/>
              <a:cxnLst/>
              <a:rect l="l" t="t" r="r" b="b"/>
              <a:pathLst>
                <a:path w="1177925" h="451484">
                  <a:moveTo>
                    <a:pt x="1177605" y="451460"/>
                  </a:moveTo>
                  <a:lnTo>
                    <a:pt x="1124227" y="384704"/>
                  </a:lnTo>
                  <a:lnTo>
                    <a:pt x="1059090" y="315528"/>
                  </a:lnTo>
                  <a:lnTo>
                    <a:pt x="988486" y="251949"/>
                  </a:lnTo>
                  <a:lnTo>
                    <a:pt x="912945" y="194425"/>
                  </a:lnTo>
                  <a:lnTo>
                    <a:pt x="832997" y="143415"/>
                  </a:lnTo>
                  <a:lnTo>
                    <a:pt x="749174" y="99378"/>
                  </a:lnTo>
                  <a:lnTo>
                    <a:pt x="662006" y="62772"/>
                  </a:lnTo>
                  <a:lnTo>
                    <a:pt x="572024" y="34055"/>
                  </a:lnTo>
                  <a:lnTo>
                    <a:pt x="479757" y="13685"/>
                  </a:lnTo>
                  <a:lnTo>
                    <a:pt x="385738" y="2121"/>
                  </a:lnTo>
                  <a:lnTo>
                    <a:pt x="336221" y="0"/>
                  </a:lnTo>
                  <a:lnTo>
                    <a:pt x="286430" y="1563"/>
                  </a:lnTo>
                  <a:lnTo>
                    <a:pt x="237390" y="7835"/>
                  </a:lnTo>
                  <a:lnTo>
                    <a:pt x="190125" y="19840"/>
                  </a:lnTo>
                  <a:lnTo>
                    <a:pt x="145662" y="38603"/>
                  </a:lnTo>
                  <a:lnTo>
                    <a:pt x="105026" y="65147"/>
                  </a:lnTo>
                  <a:lnTo>
                    <a:pt x="69559" y="99871"/>
                  </a:lnTo>
                  <a:lnTo>
                    <a:pt x="41568" y="140653"/>
                  </a:lnTo>
                  <a:lnTo>
                    <a:pt x="20834" y="186042"/>
                  </a:lnTo>
                  <a:lnTo>
                    <a:pt x="7140" y="234589"/>
                  </a:lnTo>
                  <a:lnTo>
                    <a:pt x="268" y="284847"/>
                  </a:lnTo>
                  <a:lnTo>
                    <a:pt x="0" y="335364"/>
                  </a:lnTo>
                  <a:lnTo>
                    <a:pt x="5489" y="382766"/>
                  </a:lnTo>
                  <a:lnTo>
                    <a:pt x="15738" y="429216"/>
                  </a:lnTo>
                  <a:lnTo>
                    <a:pt x="22911" y="451457"/>
                  </a:lnTo>
                  <a:lnTo>
                    <a:pt x="1177605" y="45146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893229"/>
              <a:ext cx="17656175" cy="3394075"/>
            </a:xfrm>
            <a:custGeom>
              <a:avLst/>
              <a:gdLst/>
              <a:ahLst/>
              <a:cxnLst/>
              <a:rect l="l" t="t" r="r" b="b"/>
              <a:pathLst>
                <a:path w="17656175" h="3394075">
                  <a:moveTo>
                    <a:pt x="3025317" y="3393770"/>
                  </a:moveTo>
                  <a:lnTo>
                    <a:pt x="2995739" y="3359010"/>
                  </a:lnTo>
                  <a:lnTo>
                    <a:pt x="2961436" y="3324441"/>
                  </a:lnTo>
                  <a:lnTo>
                    <a:pt x="2924467" y="3292805"/>
                  </a:lnTo>
                  <a:lnTo>
                    <a:pt x="2884855" y="3264370"/>
                  </a:lnTo>
                  <a:lnTo>
                    <a:pt x="2842564" y="3239427"/>
                  </a:lnTo>
                  <a:lnTo>
                    <a:pt x="2795968" y="3217253"/>
                  </a:lnTo>
                  <a:lnTo>
                    <a:pt x="2747937" y="3198723"/>
                  </a:lnTo>
                  <a:lnTo>
                    <a:pt x="2698851" y="3182836"/>
                  </a:lnTo>
                  <a:lnTo>
                    <a:pt x="2649093" y="3168599"/>
                  </a:lnTo>
                  <a:lnTo>
                    <a:pt x="2549055" y="3141116"/>
                  </a:lnTo>
                  <a:lnTo>
                    <a:pt x="2499550" y="3125889"/>
                  </a:lnTo>
                  <a:lnTo>
                    <a:pt x="2450884" y="3108350"/>
                  </a:lnTo>
                  <a:lnTo>
                    <a:pt x="2405100" y="3088398"/>
                  </a:lnTo>
                  <a:lnTo>
                    <a:pt x="2360866" y="3065348"/>
                  </a:lnTo>
                  <a:lnTo>
                    <a:pt x="2318321" y="3039364"/>
                  </a:lnTo>
                  <a:lnTo>
                    <a:pt x="2277592" y="3010611"/>
                  </a:lnTo>
                  <a:lnTo>
                    <a:pt x="2238806" y="2979242"/>
                  </a:lnTo>
                  <a:lnTo>
                    <a:pt x="2202078" y="2945447"/>
                  </a:lnTo>
                  <a:lnTo>
                    <a:pt x="2167559" y="2909366"/>
                  </a:lnTo>
                  <a:lnTo>
                    <a:pt x="2135378" y="2871178"/>
                  </a:lnTo>
                  <a:lnTo>
                    <a:pt x="2105647" y="2831033"/>
                  </a:lnTo>
                  <a:lnTo>
                    <a:pt x="2078520" y="2789123"/>
                  </a:lnTo>
                  <a:lnTo>
                    <a:pt x="2054098" y="2745587"/>
                  </a:lnTo>
                  <a:lnTo>
                    <a:pt x="2032533" y="2700591"/>
                  </a:lnTo>
                  <a:lnTo>
                    <a:pt x="2013940" y="2654325"/>
                  </a:lnTo>
                  <a:lnTo>
                    <a:pt x="1998459" y="2606929"/>
                  </a:lnTo>
                  <a:lnTo>
                    <a:pt x="1986216" y="2558567"/>
                  </a:lnTo>
                  <a:lnTo>
                    <a:pt x="1977351" y="2509431"/>
                  </a:lnTo>
                  <a:lnTo>
                    <a:pt x="1971840" y="2462415"/>
                  </a:lnTo>
                  <a:lnTo>
                    <a:pt x="1968525" y="2414778"/>
                  </a:lnTo>
                  <a:lnTo>
                    <a:pt x="1966874" y="2366683"/>
                  </a:lnTo>
                  <a:lnTo>
                    <a:pt x="1966315" y="2318334"/>
                  </a:lnTo>
                  <a:lnTo>
                    <a:pt x="1966366" y="2221547"/>
                  </a:lnTo>
                  <a:lnTo>
                    <a:pt x="1965871" y="2173465"/>
                  </a:lnTo>
                  <a:lnTo>
                    <a:pt x="1964309" y="2125827"/>
                  </a:lnTo>
                  <a:lnTo>
                    <a:pt x="1961121" y="2078812"/>
                  </a:lnTo>
                  <a:lnTo>
                    <a:pt x="1955774" y="2032609"/>
                  </a:lnTo>
                  <a:lnTo>
                    <a:pt x="1947722" y="1987384"/>
                  </a:lnTo>
                  <a:lnTo>
                    <a:pt x="1936407" y="1943328"/>
                  </a:lnTo>
                  <a:lnTo>
                    <a:pt x="1921306" y="1900605"/>
                  </a:lnTo>
                  <a:lnTo>
                    <a:pt x="1901850" y="1859407"/>
                  </a:lnTo>
                  <a:lnTo>
                    <a:pt x="1877517" y="1819910"/>
                  </a:lnTo>
                  <a:lnTo>
                    <a:pt x="1846935" y="1781644"/>
                  </a:lnTo>
                  <a:lnTo>
                    <a:pt x="1812264" y="1747697"/>
                  </a:lnTo>
                  <a:lnTo>
                    <a:pt x="1774024" y="1717827"/>
                  </a:lnTo>
                  <a:lnTo>
                    <a:pt x="1732699" y="1691779"/>
                  </a:lnTo>
                  <a:lnTo>
                    <a:pt x="1688820" y="1669326"/>
                  </a:lnTo>
                  <a:lnTo>
                    <a:pt x="1642872" y="1650212"/>
                  </a:lnTo>
                  <a:lnTo>
                    <a:pt x="1595805" y="1634337"/>
                  </a:lnTo>
                  <a:lnTo>
                    <a:pt x="1596186" y="1634413"/>
                  </a:lnTo>
                  <a:lnTo>
                    <a:pt x="1546821" y="1621015"/>
                  </a:lnTo>
                  <a:lnTo>
                    <a:pt x="1497723" y="1610448"/>
                  </a:lnTo>
                  <a:lnTo>
                    <a:pt x="1448600" y="1602244"/>
                  </a:lnTo>
                  <a:lnTo>
                    <a:pt x="1399489" y="1595843"/>
                  </a:lnTo>
                  <a:lnTo>
                    <a:pt x="1350162" y="1590560"/>
                  </a:lnTo>
                  <a:lnTo>
                    <a:pt x="1201877" y="1576666"/>
                  </a:lnTo>
                  <a:lnTo>
                    <a:pt x="1152664" y="1571091"/>
                  </a:lnTo>
                  <a:lnTo>
                    <a:pt x="1103744" y="1564271"/>
                  </a:lnTo>
                  <a:lnTo>
                    <a:pt x="1055192" y="1555711"/>
                  </a:lnTo>
                  <a:lnTo>
                    <a:pt x="1007122" y="1544955"/>
                  </a:lnTo>
                  <a:lnTo>
                    <a:pt x="959624" y="1531505"/>
                  </a:lnTo>
                  <a:lnTo>
                    <a:pt x="914565" y="1515630"/>
                  </a:lnTo>
                  <a:lnTo>
                    <a:pt x="870877" y="1497076"/>
                  </a:lnTo>
                  <a:lnTo>
                    <a:pt x="828586" y="1475955"/>
                  </a:lnTo>
                  <a:lnTo>
                    <a:pt x="787704" y="1452410"/>
                  </a:lnTo>
                  <a:lnTo>
                    <a:pt x="748258" y="1426540"/>
                  </a:lnTo>
                  <a:lnTo>
                    <a:pt x="710260" y="1398485"/>
                  </a:lnTo>
                  <a:lnTo>
                    <a:pt x="673747" y="1368374"/>
                  </a:lnTo>
                  <a:lnTo>
                    <a:pt x="638721" y="1336306"/>
                  </a:lnTo>
                  <a:lnTo>
                    <a:pt x="605218" y="1302410"/>
                  </a:lnTo>
                  <a:lnTo>
                    <a:pt x="573265" y="1266825"/>
                  </a:lnTo>
                  <a:lnTo>
                    <a:pt x="542861" y="1229664"/>
                  </a:lnTo>
                  <a:lnTo>
                    <a:pt x="514032" y="1191056"/>
                  </a:lnTo>
                  <a:lnTo>
                    <a:pt x="486816" y="1151115"/>
                  </a:lnTo>
                  <a:lnTo>
                    <a:pt x="461213" y="1109967"/>
                  </a:lnTo>
                  <a:lnTo>
                    <a:pt x="437261" y="1067727"/>
                  </a:lnTo>
                  <a:lnTo>
                    <a:pt x="414972" y="1024534"/>
                  </a:lnTo>
                  <a:lnTo>
                    <a:pt x="394373" y="980503"/>
                  </a:lnTo>
                  <a:lnTo>
                    <a:pt x="375475" y="935748"/>
                  </a:lnTo>
                  <a:lnTo>
                    <a:pt x="358305" y="890409"/>
                  </a:lnTo>
                  <a:lnTo>
                    <a:pt x="342887" y="844600"/>
                  </a:lnTo>
                  <a:lnTo>
                    <a:pt x="329234" y="798449"/>
                  </a:lnTo>
                  <a:lnTo>
                    <a:pt x="316992" y="750887"/>
                  </a:lnTo>
                  <a:lnTo>
                    <a:pt x="306209" y="703033"/>
                  </a:lnTo>
                  <a:lnTo>
                    <a:pt x="296849" y="654900"/>
                  </a:lnTo>
                  <a:lnTo>
                    <a:pt x="288823" y="606526"/>
                  </a:lnTo>
                  <a:lnTo>
                    <a:pt x="282041" y="557961"/>
                  </a:lnTo>
                  <a:lnTo>
                    <a:pt x="276453" y="509231"/>
                  </a:lnTo>
                  <a:lnTo>
                    <a:pt x="271957" y="460375"/>
                  </a:lnTo>
                  <a:lnTo>
                    <a:pt x="268490" y="411416"/>
                  </a:lnTo>
                  <a:lnTo>
                    <a:pt x="265976" y="362407"/>
                  </a:lnTo>
                  <a:lnTo>
                    <a:pt x="264337" y="313372"/>
                  </a:lnTo>
                  <a:lnTo>
                    <a:pt x="263512" y="264350"/>
                  </a:lnTo>
                  <a:lnTo>
                    <a:pt x="263791" y="223177"/>
                  </a:lnTo>
                  <a:lnTo>
                    <a:pt x="263791" y="179349"/>
                  </a:lnTo>
                  <a:lnTo>
                    <a:pt x="261264" y="135369"/>
                  </a:lnTo>
                  <a:lnTo>
                    <a:pt x="253923" y="93713"/>
                  </a:lnTo>
                  <a:lnTo>
                    <a:pt x="239522" y="56870"/>
                  </a:lnTo>
                  <a:lnTo>
                    <a:pt x="180441" y="7531"/>
                  </a:lnTo>
                  <a:lnTo>
                    <a:pt x="131241" y="0"/>
                  </a:lnTo>
                  <a:lnTo>
                    <a:pt x="89090" y="7251"/>
                  </a:lnTo>
                  <a:lnTo>
                    <a:pt x="52705" y="28244"/>
                  </a:lnTo>
                  <a:lnTo>
                    <a:pt x="21412" y="60096"/>
                  </a:lnTo>
                  <a:lnTo>
                    <a:pt x="0" y="91935"/>
                  </a:lnTo>
                  <a:lnTo>
                    <a:pt x="0" y="3393770"/>
                  </a:lnTo>
                  <a:lnTo>
                    <a:pt x="3025317" y="3393770"/>
                  </a:lnTo>
                  <a:close/>
                </a:path>
                <a:path w="17656175" h="3394075">
                  <a:moveTo>
                    <a:pt x="17655667" y="2156739"/>
                  </a:moveTo>
                  <a:lnTo>
                    <a:pt x="17653737" y="2109203"/>
                  </a:lnTo>
                  <a:lnTo>
                    <a:pt x="17648073" y="2062734"/>
                  </a:lnTo>
                  <a:lnTo>
                    <a:pt x="17638814" y="2017458"/>
                  </a:lnTo>
                  <a:lnTo>
                    <a:pt x="17626114" y="1973541"/>
                  </a:lnTo>
                  <a:lnTo>
                    <a:pt x="17610125" y="1931136"/>
                  </a:lnTo>
                  <a:lnTo>
                    <a:pt x="17590974" y="1890382"/>
                  </a:lnTo>
                  <a:lnTo>
                    <a:pt x="17568837" y="1851444"/>
                  </a:lnTo>
                  <a:lnTo>
                    <a:pt x="17543844" y="1814449"/>
                  </a:lnTo>
                  <a:lnTo>
                    <a:pt x="17516158" y="1779549"/>
                  </a:lnTo>
                  <a:lnTo>
                    <a:pt x="17485932" y="1746910"/>
                  </a:lnTo>
                  <a:lnTo>
                    <a:pt x="17453293" y="1716671"/>
                  </a:lnTo>
                  <a:lnTo>
                    <a:pt x="17418406" y="1688985"/>
                  </a:lnTo>
                  <a:lnTo>
                    <a:pt x="17381411" y="1663992"/>
                  </a:lnTo>
                  <a:lnTo>
                    <a:pt x="17342473" y="1641856"/>
                  </a:lnTo>
                  <a:lnTo>
                    <a:pt x="17301718" y="1622717"/>
                  </a:lnTo>
                  <a:lnTo>
                    <a:pt x="17259326" y="1606715"/>
                  </a:lnTo>
                  <a:lnTo>
                    <a:pt x="17215422" y="1594015"/>
                  </a:lnTo>
                  <a:lnTo>
                    <a:pt x="17170159" y="1584756"/>
                  </a:lnTo>
                  <a:lnTo>
                    <a:pt x="17123690" y="1579092"/>
                  </a:lnTo>
                  <a:lnTo>
                    <a:pt x="17076166" y="1577162"/>
                  </a:lnTo>
                  <a:lnTo>
                    <a:pt x="17028630" y="1579092"/>
                  </a:lnTo>
                  <a:lnTo>
                    <a:pt x="16982161" y="1584756"/>
                  </a:lnTo>
                  <a:lnTo>
                    <a:pt x="16936898" y="1594015"/>
                  </a:lnTo>
                  <a:lnTo>
                    <a:pt x="16892994" y="1606715"/>
                  </a:lnTo>
                  <a:lnTo>
                    <a:pt x="16850602" y="1622717"/>
                  </a:lnTo>
                  <a:lnTo>
                    <a:pt x="16809847" y="1641856"/>
                  </a:lnTo>
                  <a:lnTo>
                    <a:pt x="16770909" y="1663992"/>
                  </a:lnTo>
                  <a:lnTo>
                    <a:pt x="16733914" y="1688985"/>
                  </a:lnTo>
                  <a:lnTo>
                    <a:pt x="16699027" y="1716671"/>
                  </a:lnTo>
                  <a:lnTo>
                    <a:pt x="16666388" y="1746910"/>
                  </a:lnTo>
                  <a:lnTo>
                    <a:pt x="16636162" y="1779549"/>
                  </a:lnTo>
                  <a:lnTo>
                    <a:pt x="16608476" y="1814449"/>
                  </a:lnTo>
                  <a:lnTo>
                    <a:pt x="16583482" y="1851444"/>
                  </a:lnTo>
                  <a:lnTo>
                    <a:pt x="16561346" y="1890382"/>
                  </a:lnTo>
                  <a:lnTo>
                    <a:pt x="16542195" y="1931136"/>
                  </a:lnTo>
                  <a:lnTo>
                    <a:pt x="16526205" y="1973541"/>
                  </a:lnTo>
                  <a:lnTo>
                    <a:pt x="16513505" y="2017458"/>
                  </a:lnTo>
                  <a:lnTo>
                    <a:pt x="16504247" y="2062734"/>
                  </a:lnTo>
                  <a:lnTo>
                    <a:pt x="16498583" y="2109203"/>
                  </a:lnTo>
                  <a:lnTo>
                    <a:pt x="16496665" y="2156739"/>
                  </a:lnTo>
                  <a:lnTo>
                    <a:pt x="16498583" y="2204275"/>
                  </a:lnTo>
                  <a:lnTo>
                    <a:pt x="16504247" y="2250744"/>
                  </a:lnTo>
                  <a:lnTo>
                    <a:pt x="16513505" y="2296007"/>
                  </a:lnTo>
                  <a:lnTo>
                    <a:pt x="16526205" y="2339924"/>
                  </a:lnTo>
                  <a:lnTo>
                    <a:pt x="16542195" y="2382329"/>
                  </a:lnTo>
                  <a:lnTo>
                    <a:pt x="16561346" y="2423071"/>
                  </a:lnTo>
                  <a:lnTo>
                    <a:pt x="16583482" y="2462022"/>
                  </a:lnTo>
                  <a:lnTo>
                    <a:pt x="16608476" y="2499004"/>
                  </a:lnTo>
                  <a:lnTo>
                    <a:pt x="16636162" y="2533891"/>
                  </a:lnTo>
                  <a:lnTo>
                    <a:pt x="16666401" y="2566530"/>
                  </a:lnTo>
                  <a:lnTo>
                    <a:pt x="16699027" y="2596769"/>
                  </a:lnTo>
                  <a:lnTo>
                    <a:pt x="16733914" y="2624455"/>
                  </a:lnTo>
                  <a:lnTo>
                    <a:pt x="16770909" y="2649448"/>
                  </a:lnTo>
                  <a:lnTo>
                    <a:pt x="16809847" y="2671584"/>
                  </a:lnTo>
                  <a:lnTo>
                    <a:pt x="16850602" y="2690736"/>
                  </a:lnTo>
                  <a:lnTo>
                    <a:pt x="16892994" y="2706725"/>
                  </a:lnTo>
                  <a:lnTo>
                    <a:pt x="16936898" y="2719425"/>
                  </a:lnTo>
                  <a:lnTo>
                    <a:pt x="16982161" y="2728684"/>
                  </a:lnTo>
                  <a:lnTo>
                    <a:pt x="17028630" y="2734348"/>
                  </a:lnTo>
                  <a:lnTo>
                    <a:pt x="17076166" y="2736265"/>
                  </a:lnTo>
                  <a:lnTo>
                    <a:pt x="17123690" y="2734348"/>
                  </a:lnTo>
                  <a:lnTo>
                    <a:pt x="17170159" y="2728684"/>
                  </a:lnTo>
                  <a:lnTo>
                    <a:pt x="17215422" y="2719425"/>
                  </a:lnTo>
                  <a:lnTo>
                    <a:pt x="17259326" y="2706725"/>
                  </a:lnTo>
                  <a:lnTo>
                    <a:pt x="17301718" y="2690736"/>
                  </a:lnTo>
                  <a:lnTo>
                    <a:pt x="17342473" y="2671584"/>
                  </a:lnTo>
                  <a:lnTo>
                    <a:pt x="17381411" y="2649448"/>
                  </a:lnTo>
                  <a:lnTo>
                    <a:pt x="17418406" y="2624455"/>
                  </a:lnTo>
                  <a:lnTo>
                    <a:pt x="17453293" y="2596769"/>
                  </a:lnTo>
                  <a:lnTo>
                    <a:pt x="17485932" y="2566530"/>
                  </a:lnTo>
                  <a:lnTo>
                    <a:pt x="17516158" y="2533891"/>
                  </a:lnTo>
                  <a:lnTo>
                    <a:pt x="17543844" y="2499004"/>
                  </a:lnTo>
                  <a:lnTo>
                    <a:pt x="17568837" y="2462022"/>
                  </a:lnTo>
                  <a:lnTo>
                    <a:pt x="17590974" y="2423071"/>
                  </a:lnTo>
                  <a:lnTo>
                    <a:pt x="17610125" y="2382329"/>
                  </a:lnTo>
                  <a:lnTo>
                    <a:pt x="17626114" y="2339924"/>
                  </a:lnTo>
                  <a:lnTo>
                    <a:pt x="17638814" y="2296007"/>
                  </a:lnTo>
                  <a:lnTo>
                    <a:pt x="17648073" y="2250744"/>
                  </a:lnTo>
                  <a:lnTo>
                    <a:pt x="17653737" y="2204275"/>
                  </a:lnTo>
                  <a:lnTo>
                    <a:pt x="17655667" y="2156739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" y="9049969"/>
              <a:ext cx="17076420" cy="49530"/>
            </a:xfrm>
            <a:custGeom>
              <a:avLst/>
              <a:gdLst/>
              <a:ahLst/>
              <a:cxnLst/>
              <a:rect l="l" t="t" r="r" b="b"/>
              <a:pathLst>
                <a:path w="17076420" h="49529">
                  <a:moveTo>
                    <a:pt x="0" y="49403"/>
                  </a:moveTo>
                  <a:lnTo>
                    <a:pt x="5393383" y="0"/>
                  </a:lnTo>
                </a:path>
                <a:path w="17076420" h="49529">
                  <a:moveTo>
                    <a:pt x="14130475" y="0"/>
                  </a:moveTo>
                  <a:lnTo>
                    <a:pt x="17076113" y="0"/>
                  </a:lnTo>
                </a:path>
              </a:pathLst>
            </a:custGeom>
            <a:ln w="38100">
              <a:solidFill>
                <a:srgbClr val="A782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118731" y="795274"/>
            <a:ext cx="4051935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90" dirty="0"/>
              <a:t>ABSTRACT</a:t>
            </a:r>
          </a:p>
        </p:txBody>
      </p:sp>
      <p:sp>
        <p:nvSpPr>
          <p:cNvPr id="8" name="object 8"/>
          <p:cNvSpPr/>
          <p:nvPr/>
        </p:nvSpPr>
        <p:spPr>
          <a:xfrm>
            <a:off x="14636091" y="-1"/>
            <a:ext cx="3652520" cy="3553460"/>
          </a:xfrm>
          <a:custGeom>
            <a:avLst/>
            <a:gdLst/>
            <a:ahLst/>
            <a:cxnLst/>
            <a:rect l="l" t="t" r="r" b="b"/>
            <a:pathLst>
              <a:path w="3652519" h="3553460">
                <a:moveTo>
                  <a:pt x="3644823" y="3553300"/>
                </a:moveTo>
                <a:lnTo>
                  <a:pt x="3651903" y="3553230"/>
                </a:lnTo>
                <a:lnTo>
                  <a:pt x="3651907" y="0"/>
                </a:lnTo>
                <a:lnTo>
                  <a:pt x="0" y="0"/>
                </a:lnTo>
                <a:lnTo>
                  <a:pt x="6839" y="52723"/>
                </a:lnTo>
                <a:lnTo>
                  <a:pt x="14443" y="101394"/>
                </a:lnTo>
                <a:lnTo>
                  <a:pt x="23393" y="149749"/>
                </a:lnTo>
                <a:lnTo>
                  <a:pt x="33857" y="197731"/>
                </a:lnTo>
                <a:lnTo>
                  <a:pt x="45998" y="245287"/>
                </a:lnTo>
                <a:lnTo>
                  <a:pt x="59985" y="292359"/>
                </a:lnTo>
                <a:lnTo>
                  <a:pt x="75981" y="338892"/>
                </a:lnTo>
                <a:lnTo>
                  <a:pt x="94298" y="384880"/>
                </a:lnTo>
                <a:lnTo>
                  <a:pt x="115114" y="430039"/>
                </a:lnTo>
                <a:lnTo>
                  <a:pt x="138390" y="474093"/>
                </a:lnTo>
                <a:lnTo>
                  <a:pt x="164089" y="516766"/>
                </a:lnTo>
                <a:lnTo>
                  <a:pt x="192169" y="557781"/>
                </a:lnTo>
                <a:lnTo>
                  <a:pt x="222594" y="596863"/>
                </a:lnTo>
                <a:lnTo>
                  <a:pt x="255324" y="633734"/>
                </a:lnTo>
                <a:lnTo>
                  <a:pt x="290319" y="668118"/>
                </a:lnTo>
                <a:lnTo>
                  <a:pt x="327542" y="699740"/>
                </a:lnTo>
                <a:lnTo>
                  <a:pt x="366954" y="728322"/>
                </a:lnTo>
                <a:lnTo>
                  <a:pt x="408514" y="753588"/>
                </a:lnTo>
                <a:lnTo>
                  <a:pt x="452186" y="775263"/>
                </a:lnTo>
                <a:lnTo>
                  <a:pt x="497929" y="793069"/>
                </a:lnTo>
                <a:lnTo>
                  <a:pt x="547467" y="807442"/>
                </a:lnTo>
                <a:lnTo>
                  <a:pt x="597838" y="817997"/>
                </a:lnTo>
                <a:lnTo>
                  <a:pt x="648828" y="825773"/>
                </a:lnTo>
                <a:lnTo>
                  <a:pt x="700219" y="831811"/>
                </a:lnTo>
                <a:lnTo>
                  <a:pt x="803344" y="842824"/>
                </a:lnTo>
                <a:lnTo>
                  <a:pt x="854645" y="849877"/>
                </a:lnTo>
                <a:lnTo>
                  <a:pt x="905485" y="859348"/>
                </a:lnTo>
                <a:lnTo>
                  <a:pt x="953868" y="871659"/>
                </a:lnTo>
                <a:lnTo>
                  <a:pt x="1001217" y="887280"/>
                </a:lnTo>
                <a:lnTo>
                  <a:pt x="1047378" y="906069"/>
                </a:lnTo>
                <a:lnTo>
                  <a:pt x="1092196" y="927883"/>
                </a:lnTo>
                <a:lnTo>
                  <a:pt x="1135518" y="952582"/>
                </a:lnTo>
                <a:lnTo>
                  <a:pt x="1177189" y="980023"/>
                </a:lnTo>
                <a:lnTo>
                  <a:pt x="1217054" y="1010065"/>
                </a:lnTo>
                <a:lnTo>
                  <a:pt x="1254959" y="1042565"/>
                </a:lnTo>
                <a:lnTo>
                  <a:pt x="1290750" y="1077381"/>
                </a:lnTo>
                <a:lnTo>
                  <a:pt x="1324272" y="1114373"/>
                </a:lnTo>
                <a:lnTo>
                  <a:pt x="1355371" y="1153397"/>
                </a:lnTo>
                <a:lnTo>
                  <a:pt x="1383893" y="1194312"/>
                </a:lnTo>
                <a:lnTo>
                  <a:pt x="1409683" y="1236976"/>
                </a:lnTo>
                <a:lnTo>
                  <a:pt x="1432587" y="1281248"/>
                </a:lnTo>
                <a:lnTo>
                  <a:pt x="1452451" y="1326985"/>
                </a:lnTo>
                <a:lnTo>
                  <a:pt x="1469120" y="1374045"/>
                </a:lnTo>
                <a:lnTo>
                  <a:pt x="1482124" y="1419546"/>
                </a:lnTo>
                <a:lnTo>
                  <a:pt x="1493060" y="1466017"/>
                </a:lnTo>
                <a:lnTo>
                  <a:pt x="1502436" y="1513194"/>
                </a:lnTo>
                <a:lnTo>
                  <a:pt x="1510761" y="1560813"/>
                </a:lnTo>
                <a:lnTo>
                  <a:pt x="1526296" y="1656322"/>
                </a:lnTo>
                <a:lnTo>
                  <a:pt x="1534524" y="1703683"/>
                </a:lnTo>
                <a:lnTo>
                  <a:pt x="1543739" y="1750431"/>
                </a:lnTo>
                <a:lnTo>
                  <a:pt x="1554449" y="1796300"/>
                </a:lnTo>
                <a:lnTo>
                  <a:pt x="1567163" y="1841028"/>
                </a:lnTo>
                <a:lnTo>
                  <a:pt x="1582391" y="1884350"/>
                </a:lnTo>
                <a:lnTo>
                  <a:pt x="1600642" y="1926002"/>
                </a:lnTo>
                <a:lnTo>
                  <a:pt x="1622425" y="1965720"/>
                </a:lnTo>
                <a:lnTo>
                  <a:pt x="1648249" y="2003240"/>
                </a:lnTo>
                <a:lnTo>
                  <a:pt x="1678623" y="2038298"/>
                </a:lnTo>
                <a:lnTo>
                  <a:pt x="1714956" y="2071130"/>
                </a:lnTo>
                <a:lnTo>
                  <a:pt x="1754625" y="2099042"/>
                </a:lnTo>
                <a:lnTo>
                  <a:pt x="1797169" y="2122356"/>
                </a:lnTo>
                <a:lnTo>
                  <a:pt x="1842129" y="2141397"/>
                </a:lnTo>
                <a:lnTo>
                  <a:pt x="2532500" y="2166583"/>
                </a:lnTo>
                <a:lnTo>
                  <a:pt x="2581666" y="2169465"/>
                </a:lnTo>
                <a:lnTo>
                  <a:pt x="2630700" y="2175085"/>
                </a:lnTo>
                <a:lnTo>
                  <a:pt x="2677712" y="2183494"/>
                </a:lnTo>
                <a:lnTo>
                  <a:pt x="2723803" y="2194769"/>
                </a:lnTo>
                <a:lnTo>
                  <a:pt x="2768933" y="2208794"/>
                </a:lnTo>
                <a:lnTo>
                  <a:pt x="2813060" y="2225450"/>
                </a:lnTo>
                <a:lnTo>
                  <a:pt x="2856146" y="2244618"/>
                </a:lnTo>
                <a:lnTo>
                  <a:pt x="2898148" y="2266182"/>
                </a:lnTo>
                <a:lnTo>
                  <a:pt x="2939026" y="2290023"/>
                </a:lnTo>
                <a:lnTo>
                  <a:pt x="2978740" y="2316024"/>
                </a:lnTo>
                <a:lnTo>
                  <a:pt x="3017250" y="2344065"/>
                </a:lnTo>
                <a:lnTo>
                  <a:pt x="3054515" y="2374031"/>
                </a:lnTo>
                <a:lnTo>
                  <a:pt x="3090495" y="2405802"/>
                </a:lnTo>
                <a:lnTo>
                  <a:pt x="3125149" y="2439261"/>
                </a:lnTo>
                <a:lnTo>
                  <a:pt x="3158436" y="2474290"/>
                </a:lnTo>
                <a:lnTo>
                  <a:pt x="3190316" y="2510770"/>
                </a:lnTo>
                <a:lnTo>
                  <a:pt x="3220749" y="2548585"/>
                </a:lnTo>
                <a:lnTo>
                  <a:pt x="3249694" y="2587616"/>
                </a:lnTo>
                <a:lnTo>
                  <a:pt x="3277111" y="2627745"/>
                </a:lnTo>
                <a:lnTo>
                  <a:pt x="3302958" y="2668854"/>
                </a:lnTo>
                <a:lnTo>
                  <a:pt x="3327197" y="2710826"/>
                </a:lnTo>
                <a:lnTo>
                  <a:pt x="3349785" y="2753542"/>
                </a:lnTo>
                <a:lnTo>
                  <a:pt x="3370684" y="2796885"/>
                </a:lnTo>
                <a:lnTo>
                  <a:pt x="3390430" y="2841833"/>
                </a:lnTo>
                <a:lnTo>
                  <a:pt x="3408762" y="2887321"/>
                </a:lnTo>
                <a:lnTo>
                  <a:pt x="3425749" y="2933303"/>
                </a:lnTo>
                <a:lnTo>
                  <a:pt x="3441460" y="2979732"/>
                </a:lnTo>
                <a:lnTo>
                  <a:pt x="3455964" y="3026559"/>
                </a:lnTo>
                <a:lnTo>
                  <a:pt x="3469330" y="3073739"/>
                </a:lnTo>
                <a:lnTo>
                  <a:pt x="3481629" y="3121223"/>
                </a:lnTo>
                <a:lnTo>
                  <a:pt x="3492928" y="3168966"/>
                </a:lnTo>
                <a:lnTo>
                  <a:pt x="3503297" y="3216919"/>
                </a:lnTo>
                <a:lnTo>
                  <a:pt x="3512805" y="3265036"/>
                </a:lnTo>
                <a:lnTo>
                  <a:pt x="3521522" y="3313269"/>
                </a:lnTo>
                <a:lnTo>
                  <a:pt x="3527871" y="3353945"/>
                </a:lnTo>
                <a:lnTo>
                  <a:pt x="3534918" y="3397184"/>
                </a:lnTo>
                <a:lnTo>
                  <a:pt x="3544498" y="3440171"/>
                </a:lnTo>
                <a:lnTo>
                  <a:pt x="3558444" y="3480090"/>
                </a:lnTo>
                <a:lnTo>
                  <a:pt x="3578591" y="3514129"/>
                </a:lnTo>
                <a:lnTo>
                  <a:pt x="3606772" y="3539470"/>
                </a:lnTo>
                <a:lnTo>
                  <a:pt x="3644823" y="3553300"/>
                </a:lnTo>
                <a:close/>
              </a:path>
              <a:path w="3652519" h="3553460">
                <a:moveTo>
                  <a:pt x="2087062" y="2183820"/>
                </a:moveTo>
                <a:lnTo>
                  <a:pt x="2136855" y="2184012"/>
                </a:lnTo>
                <a:lnTo>
                  <a:pt x="2186345" y="2182416"/>
                </a:lnTo>
                <a:lnTo>
                  <a:pt x="2235866" y="2179686"/>
                </a:lnTo>
                <a:lnTo>
                  <a:pt x="2384411" y="2169527"/>
                </a:lnTo>
                <a:lnTo>
                  <a:pt x="2433852" y="2167098"/>
                </a:lnTo>
                <a:lnTo>
                  <a:pt x="2483222" y="2165956"/>
                </a:lnTo>
                <a:lnTo>
                  <a:pt x="2532500" y="2166583"/>
                </a:lnTo>
                <a:lnTo>
                  <a:pt x="1853039" y="2144906"/>
                </a:lnTo>
                <a:lnTo>
                  <a:pt x="1889045" y="2156488"/>
                </a:lnTo>
                <a:lnTo>
                  <a:pt x="1937456" y="2167953"/>
                </a:lnTo>
                <a:lnTo>
                  <a:pt x="1986450" y="2176039"/>
                </a:lnTo>
                <a:lnTo>
                  <a:pt x="1986061" y="2176027"/>
                </a:lnTo>
                <a:lnTo>
                  <a:pt x="2036925" y="2181295"/>
                </a:lnTo>
                <a:lnTo>
                  <a:pt x="2087062" y="2183820"/>
                </a:lnTo>
                <a:close/>
              </a:path>
            </a:pathLst>
          </a:custGeom>
          <a:solidFill>
            <a:srgbClr val="CEB3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0" y="0"/>
            <a:ext cx="1198245" cy="2308860"/>
            <a:chOff x="0" y="0"/>
            <a:chExt cx="1198245" cy="2308860"/>
          </a:xfrm>
        </p:grpSpPr>
        <p:sp>
          <p:nvSpPr>
            <p:cNvPr id="10" name="object 10"/>
            <p:cNvSpPr/>
            <p:nvPr/>
          </p:nvSpPr>
          <p:spPr>
            <a:xfrm>
              <a:off x="0" y="415999"/>
              <a:ext cx="1144270" cy="1892935"/>
            </a:xfrm>
            <a:custGeom>
              <a:avLst/>
              <a:gdLst/>
              <a:ahLst/>
              <a:cxnLst/>
              <a:rect l="l" t="t" r="r" b="b"/>
              <a:pathLst>
                <a:path w="1144270" h="1892935">
                  <a:moveTo>
                    <a:pt x="0" y="0"/>
                  </a:moveTo>
                  <a:lnTo>
                    <a:pt x="0" y="1658009"/>
                  </a:lnTo>
                  <a:lnTo>
                    <a:pt x="61612" y="1731358"/>
                  </a:lnTo>
                  <a:lnTo>
                    <a:pt x="131601" y="1796917"/>
                  </a:lnTo>
                  <a:lnTo>
                    <a:pt x="169970" y="1824817"/>
                  </a:lnTo>
                  <a:lnTo>
                    <a:pt x="210847" y="1848588"/>
                  </a:lnTo>
                  <a:lnTo>
                    <a:pt x="254428" y="1867574"/>
                  </a:lnTo>
                  <a:lnTo>
                    <a:pt x="301991" y="1881468"/>
                  </a:lnTo>
                  <a:lnTo>
                    <a:pt x="350535" y="1889618"/>
                  </a:lnTo>
                  <a:lnTo>
                    <a:pt x="399818" y="1892835"/>
                  </a:lnTo>
                  <a:lnTo>
                    <a:pt x="499635" y="1887710"/>
                  </a:lnTo>
                  <a:lnTo>
                    <a:pt x="697135" y="1853659"/>
                  </a:lnTo>
                  <a:lnTo>
                    <a:pt x="841835" y="1816157"/>
                  </a:lnTo>
                  <a:lnTo>
                    <a:pt x="932213" y="1778964"/>
                  </a:lnTo>
                  <a:lnTo>
                    <a:pt x="973774" y="1755212"/>
                  </a:lnTo>
                  <a:lnTo>
                    <a:pt x="1012115" y="1727355"/>
                  </a:lnTo>
                  <a:lnTo>
                    <a:pt x="1046636" y="1694895"/>
                  </a:lnTo>
                  <a:lnTo>
                    <a:pt x="1076737" y="1657332"/>
                  </a:lnTo>
                  <a:lnTo>
                    <a:pt x="1101510" y="1614832"/>
                  </a:lnTo>
                  <a:lnTo>
                    <a:pt x="1119869" y="1569653"/>
                  </a:lnTo>
                  <a:lnTo>
                    <a:pt x="1132556" y="1522332"/>
                  </a:lnTo>
                  <a:lnTo>
                    <a:pt x="1140313" y="1473407"/>
                  </a:lnTo>
                  <a:lnTo>
                    <a:pt x="1143881" y="1423417"/>
                  </a:lnTo>
                  <a:lnTo>
                    <a:pt x="1141418" y="1322392"/>
                  </a:lnTo>
                  <a:lnTo>
                    <a:pt x="1124436" y="1173604"/>
                  </a:lnTo>
                  <a:lnTo>
                    <a:pt x="1088144" y="977766"/>
                  </a:lnTo>
                  <a:lnTo>
                    <a:pt x="1036853" y="785295"/>
                  </a:lnTo>
                  <a:lnTo>
                    <a:pt x="968834" y="595314"/>
                  </a:lnTo>
                  <a:lnTo>
                    <a:pt x="922140" y="504796"/>
                  </a:lnTo>
                  <a:lnTo>
                    <a:pt x="893754" y="463171"/>
                  </a:lnTo>
                  <a:lnTo>
                    <a:pt x="861293" y="424940"/>
                  </a:lnTo>
                  <a:lnTo>
                    <a:pt x="824220" y="390829"/>
                  </a:lnTo>
                  <a:lnTo>
                    <a:pt x="784868" y="362957"/>
                  </a:lnTo>
                  <a:lnTo>
                    <a:pt x="743065" y="340127"/>
                  </a:lnTo>
                  <a:lnTo>
                    <a:pt x="699181" y="321536"/>
                  </a:lnTo>
                  <a:lnTo>
                    <a:pt x="606652" y="293858"/>
                  </a:lnTo>
                  <a:lnTo>
                    <a:pt x="364827" y="242598"/>
                  </a:lnTo>
                  <a:lnTo>
                    <a:pt x="271669" y="212391"/>
                  </a:lnTo>
                  <a:lnTo>
                    <a:pt x="227542" y="192260"/>
                  </a:lnTo>
                  <a:lnTo>
                    <a:pt x="185567" y="168767"/>
                  </a:lnTo>
                  <a:lnTo>
                    <a:pt x="107947" y="112621"/>
                  </a:lnTo>
                  <a:lnTo>
                    <a:pt x="38563" y="45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205" y="0"/>
              <a:ext cx="1123315" cy="517525"/>
            </a:xfrm>
            <a:custGeom>
              <a:avLst/>
              <a:gdLst/>
              <a:ahLst/>
              <a:cxnLst/>
              <a:rect l="l" t="t" r="r" b="b"/>
              <a:pathLst>
                <a:path w="1123315" h="517525">
                  <a:moveTo>
                    <a:pt x="1059869" y="0"/>
                  </a:moveTo>
                  <a:lnTo>
                    <a:pt x="0" y="0"/>
                  </a:lnTo>
                  <a:lnTo>
                    <a:pt x="27343" y="45451"/>
                  </a:lnTo>
                  <a:lnTo>
                    <a:pt x="81706" y="122376"/>
                  </a:lnTo>
                  <a:lnTo>
                    <a:pt x="142780" y="194155"/>
                  </a:lnTo>
                  <a:lnTo>
                    <a:pt x="209975" y="260238"/>
                  </a:lnTo>
                  <a:lnTo>
                    <a:pt x="282704" y="320072"/>
                  </a:lnTo>
                  <a:lnTo>
                    <a:pt x="360377" y="373106"/>
                  </a:lnTo>
                  <a:lnTo>
                    <a:pt x="442407" y="418787"/>
                  </a:lnTo>
                  <a:lnTo>
                    <a:pt x="528205" y="456564"/>
                  </a:lnTo>
                  <a:lnTo>
                    <a:pt x="572333" y="472317"/>
                  </a:lnTo>
                  <a:lnTo>
                    <a:pt x="617182" y="485886"/>
                  </a:lnTo>
                  <a:lnTo>
                    <a:pt x="662679" y="497203"/>
                  </a:lnTo>
                  <a:lnTo>
                    <a:pt x="708751" y="506200"/>
                  </a:lnTo>
                  <a:lnTo>
                    <a:pt x="755323" y="512806"/>
                  </a:lnTo>
                  <a:lnTo>
                    <a:pt x="809989" y="517007"/>
                  </a:lnTo>
                  <a:lnTo>
                    <a:pt x="864958" y="516057"/>
                  </a:lnTo>
                  <a:lnTo>
                    <a:pt x="918666" y="508260"/>
                  </a:lnTo>
                  <a:lnTo>
                    <a:pt x="969548" y="491921"/>
                  </a:lnTo>
                  <a:lnTo>
                    <a:pt x="1016039" y="465345"/>
                  </a:lnTo>
                  <a:lnTo>
                    <a:pt x="1049985" y="434719"/>
                  </a:lnTo>
                  <a:lnTo>
                    <a:pt x="1077278" y="398237"/>
                  </a:lnTo>
                  <a:lnTo>
                    <a:pt x="1098065" y="357243"/>
                  </a:lnTo>
                  <a:lnTo>
                    <a:pt x="1112492" y="313076"/>
                  </a:lnTo>
                  <a:lnTo>
                    <a:pt x="1120705" y="267080"/>
                  </a:lnTo>
                  <a:lnTo>
                    <a:pt x="1122849" y="220597"/>
                  </a:lnTo>
                  <a:lnTo>
                    <a:pt x="1118741" y="170556"/>
                  </a:lnTo>
                  <a:lnTo>
                    <a:pt x="1108932" y="121459"/>
                  </a:lnTo>
                  <a:lnTo>
                    <a:pt x="1093952" y="73579"/>
                  </a:lnTo>
                  <a:lnTo>
                    <a:pt x="1074330" y="27190"/>
                  </a:lnTo>
                  <a:lnTo>
                    <a:pt x="1059869" y="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00580" y="2024456"/>
            <a:ext cx="15644494" cy="7410427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The</a:t>
            </a:r>
            <a:r>
              <a:rPr sz="3350" spc="-1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advent</a:t>
            </a:r>
            <a:r>
              <a:rPr sz="3350" spc="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of</a:t>
            </a:r>
            <a:r>
              <a:rPr sz="3350" spc="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the Internet</a:t>
            </a:r>
            <a:r>
              <a:rPr sz="3350" spc="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of</a:t>
            </a:r>
            <a:r>
              <a:rPr sz="3350" spc="-6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Things</a:t>
            </a:r>
            <a:r>
              <a:rPr sz="3350" spc="1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(IoT)</a:t>
            </a:r>
            <a:r>
              <a:rPr sz="3350" spc="3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has</a:t>
            </a:r>
            <a:r>
              <a:rPr sz="3350" spc="-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revolutionized</a:t>
            </a:r>
            <a:r>
              <a:rPr sz="3350" spc="4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the concept</a:t>
            </a:r>
            <a:r>
              <a:rPr sz="3350" spc="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of</a:t>
            </a:r>
            <a:endParaRPr sz="3350" dirty="0">
              <a:latin typeface="Times New Roman"/>
              <a:cs typeface="Times New Roman"/>
            </a:endParaRPr>
          </a:p>
          <a:p>
            <a:pPr marL="12700" marR="1325880">
              <a:lnSpc>
                <a:spcPts val="4700"/>
              </a:lnSpc>
              <a:spcBef>
                <a:spcPts val="265"/>
              </a:spcBef>
            </a:pP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smart</a:t>
            </a:r>
            <a:r>
              <a:rPr sz="3350" spc="1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homes.</a:t>
            </a:r>
            <a:r>
              <a:rPr sz="3350" spc="-5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This</a:t>
            </a:r>
            <a:r>
              <a:rPr sz="3350" spc="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smart</a:t>
            </a:r>
            <a:r>
              <a:rPr sz="3350" spc="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home</a:t>
            </a:r>
            <a:r>
              <a:rPr sz="3350" spc="1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automation</a:t>
            </a:r>
            <a:r>
              <a:rPr sz="3350" spc="2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system</a:t>
            </a:r>
            <a:r>
              <a:rPr sz="3350" spc="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integrated</a:t>
            </a:r>
            <a:r>
              <a:rPr sz="3350" spc="3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with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cloud</a:t>
            </a:r>
            <a:r>
              <a:rPr sz="3350" spc="1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computing.</a:t>
            </a:r>
            <a:r>
              <a:rPr sz="3350" spc="-4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The</a:t>
            </a:r>
            <a:r>
              <a:rPr sz="3350" spc="1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system utilizes</a:t>
            </a:r>
            <a:r>
              <a:rPr sz="3350" spc="3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network</a:t>
            </a:r>
            <a:r>
              <a:rPr sz="3350" spc="3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lang="en-IN" sz="3350" spc="30" dirty="0">
                <a:solidFill>
                  <a:srgbClr val="331C2C"/>
                </a:solidFill>
                <a:latin typeface="Times New Roman"/>
                <a:cs typeface="Times New Roman"/>
              </a:rPr>
              <a:t>of</a:t>
            </a:r>
            <a:r>
              <a:rPr sz="3350" spc="1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actuators</a:t>
            </a:r>
            <a:r>
              <a:rPr sz="3350" spc="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to</a:t>
            </a:r>
            <a:r>
              <a:rPr sz="3350" spc="1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monitor</a:t>
            </a:r>
            <a:r>
              <a:rPr lang="en-IN" sz="3350" spc="-10" dirty="0"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and</a:t>
            </a:r>
            <a:r>
              <a:rPr sz="3350" spc="1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control</a:t>
            </a:r>
            <a:r>
              <a:rPr sz="3350" spc="3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various</a:t>
            </a:r>
            <a:r>
              <a:rPr sz="3350" spc="3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home appliances,</a:t>
            </a:r>
            <a:r>
              <a:rPr sz="3350" spc="2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lighting,</a:t>
            </a:r>
            <a:r>
              <a:rPr sz="3350" spc="5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and</a:t>
            </a:r>
            <a:r>
              <a:rPr sz="3350" spc="1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security</a:t>
            </a:r>
            <a:r>
              <a:rPr sz="3350" spc="1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systems.</a:t>
            </a:r>
            <a:r>
              <a:rPr sz="3350" spc="1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Smart</a:t>
            </a:r>
            <a:r>
              <a:rPr sz="3350" spc="1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home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automation</a:t>
            </a:r>
            <a:r>
              <a:rPr sz="3350" spc="-5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enhances</a:t>
            </a:r>
            <a:r>
              <a:rPr sz="3350" spc="-6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convenience,</a:t>
            </a:r>
            <a:r>
              <a:rPr sz="3350" spc="-5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energy</a:t>
            </a:r>
            <a:r>
              <a:rPr sz="3350" spc="-5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efficiency,</a:t>
            </a:r>
            <a:r>
              <a:rPr sz="3350" spc="-6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and</a:t>
            </a:r>
            <a:r>
              <a:rPr sz="3350" spc="-7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security.</a:t>
            </a:r>
            <a:r>
              <a:rPr sz="3350" spc="-6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However,</a:t>
            </a:r>
            <a:r>
              <a:rPr sz="3350" spc="-6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existing</a:t>
            </a:r>
            <a:endParaRPr sz="33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systems</a:t>
            </a:r>
            <a:r>
              <a:rPr sz="3350" spc="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often</a:t>
            </a:r>
            <a:r>
              <a:rPr sz="3350" spc="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rely</a:t>
            </a:r>
            <a:r>
              <a:rPr sz="3350" spc="1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on</a:t>
            </a:r>
            <a:r>
              <a:rPr sz="3350" spc="2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local storage</a:t>
            </a:r>
            <a:r>
              <a:rPr sz="3350" spc="1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and</a:t>
            </a:r>
            <a:r>
              <a:rPr sz="3350" spc="1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manual</a:t>
            </a:r>
            <a:r>
              <a:rPr sz="3350" spc="1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updates,</a:t>
            </a:r>
            <a:r>
              <a:rPr sz="3350" spc="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leading</a:t>
            </a:r>
            <a:r>
              <a:rPr sz="3350" spc="2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to limited</a:t>
            </a:r>
            <a:r>
              <a:rPr sz="3350" spc="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scalability,</a:t>
            </a:r>
            <a:endParaRPr sz="3350" dirty="0">
              <a:latin typeface="Times New Roman"/>
              <a:cs typeface="Times New Roman"/>
            </a:endParaRPr>
          </a:p>
          <a:p>
            <a:pPr marL="12700" marR="1531620">
              <a:lnSpc>
                <a:spcPct val="116900"/>
              </a:lnSpc>
              <a:spcBef>
                <a:spcPts val="5"/>
              </a:spcBef>
            </a:pP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data</a:t>
            </a:r>
            <a:r>
              <a:rPr sz="3350" spc="-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accessibility</a:t>
            </a:r>
            <a:r>
              <a:rPr sz="3350" spc="4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issues,</a:t>
            </a:r>
            <a:r>
              <a:rPr sz="3350" spc="1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and</a:t>
            </a:r>
            <a:r>
              <a:rPr sz="3350" spc="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lack</a:t>
            </a:r>
            <a:r>
              <a:rPr sz="3350" spc="1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of</a:t>
            </a:r>
            <a:r>
              <a:rPr sz="3350" spc="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centralized</a:t>
            </a:r>
            <a:r>
              <a:rPr sz="3350" spc="2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control.</a:t>
            </a:r>
            <a:r>
              <a:rPr sz="3350" spc="-4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While</a:t>
            </a:r>
            <a:r>
              <a:rPr sz="3350" spc="1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these</a:t>
            </a:r>
            <a:r>
              <a:rPr sz="3350" spc="1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systems</a:t>
            </a:r>
            <a:r>
              <a:rPr sz="3350" spc="1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offer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quick</a:t>
            </a:r>
            <a:r>
              <a:rPr sz="3350" spc="1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responses</a:t>
            </a:r>
            <a:r>
              <a:rPr sz="3350" spc="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and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 cost-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effectiveness,</a:t>
            </a:r>
            <a:r>
              <a:rPr sz="3350" spc="4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they</a:t>
            </a:r>
            <a:r>
              <a:rPr sz="3350" spc="-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are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prone to hardware</a:t>
            </a:r>
            <a:r>
              <a:rPr sz="3350" spc="1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failures</a:t>
            </a:r>
            <a:r>
              <a:rPr sz="3350" spc="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and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interoperability</a:t>
            </a:r>
            <a:r>
              <a:rPr sz="3350" spc="6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challenges.</a:t>
            </a:r>
            <a:endParaRPr sz="33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30"/>
              </a:spcBef>
            </a:pPr>
            <a:endParaRPr sz="3350" dirty="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4850" b="1" spc="-50" dirty="0">
                <a:solidFill>
                  <a:srgbClr val="331C2C"/>
                </a:solidFill>
                <a:latin typeface="Times New Roman"/>
                <a:cs typeface="Times New Roman"/>
              </a:rPr>
              <a:t>2</a:t>
            </a:r>
            <a:endParaRPr sz="48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998" y="6893224"/>
            <a:ext cx="18307050" cy="3394075"/>
            <a:chOff x="-18998" y="6893224"/>
            <a:chExt cx="18307050" cy="3394075"/>
          </a:xfrm>
        </p:grpSpPr>
        <p:sp>
          <p:nvSpPr>
            <p:cNvPr id="3" name="object 3"/>
            <p:cNvSpPr/>
            <p:nvPr/>
          </p:nvSpPr>
          <p:spPr>
            <a:xfrm>
              <a:off x="16949836" y="7871637"/>
              <a:ext cx="1338580" cy="2077085"/>
            </a:xfrm>
            <a:custGeom>
              <a:avLst/>
              <a:gdLst/>
              <a:ahLst/>
              <a:cxnLst/>
              <a:rect l="l" t="t" r="r" b="b"/>
              <a:pathLst>
                <a:path w="1338580" h="2077084">
                  <a:moveTo>
                    <a:pt x="1338164" y="2076901"/>
                  </a:moveTo>
                  <a:lnTo>
                    <a:pt x="1338164" y="376508"/>
                  </a:lnTo>
                  <a:lnTo>
                    <a:pt x="1263776" y="277335"/>
                  </a:lnTo>
                  <a:lnTo>
                    <a:pt x="1160036" y="158914"/>
                  </a:lnTo>
                  <a:lnTo>
                    <a:pt x="1081212" y="90898"/>
                  </a:lnTo>
                  <a:lnTo>
                    <a:pt x="1038356" y="62333"/>
                  </a:lnTo>
                  <a:lnTo>
                    <a:pt x="992962" y="38357"/>
                  </a:lnTo>
                  <a:lnTo>
                    <a:pt x="944847" y="19692"/>
                  </a:lnTo>
                  <a:lnTo>
                    <a:pt x="898483" y="7841"/>
                  </a:lnTo>
                  <a:lnTo>
                    <a:pt x="851460" y="1025"/>
                  </a:lnTo>
                  <a:lnTo>
                    <a:pt x="756070" y="0"/>
                  </a:lnTo>
                  <a:lnTo>
                    <a:pt x="659947" y="11616"/>
                  </a:lnTo>
                  <a:lnTo>
                    <a:pt x="422444" y="65556"/>
                  </a:lnTo>
                  <a:lnTo>
                    <a:pt x="282762" y="112297"/>
                  </a:lnTo>
                  <a:lnTo>
                    <a:pt x="197148" y="155390"/>
                  </a:lnTo>
                  <a:lnTo>
                    <a:pt x="158111" y="181678"/>
                  </a:lnTo>
                  <a:lnTo>
                    <a:pt x="122263" y="211643"/>
                  </a:lnTo>
                  <a:lnTo>
                    <a:pt x="90108" y="245673"/>
                  </a:lnTo>
                  <a:lnTo>
                    <a:pt x="62154" y="284156"/>
                  </a:lnTo>
                  <a:lnTo>
                    <a:pt x="39575" y="325970"/>
                  </a:lnTo>
                  <a:lnTo>
                    <a:pt x="22660" y="369905"/>
                  </a:lnTo>
                  <a:lnTo>
                    <a:pt x="10827" y="415573"/>
                  </a:lnTo>
                  <a:lnTo>
                    <a:pt x="3493" y="462589"/>
                  </a:lnTo>
                  <a:lnTo>
                    <a:pt x="0" y="559114"/>
                  </a:lnTo>
                  <a:lnTo>
                    <a:pt x="13965" y="704332"/>
                  </a:lnTo>
                  <a:lnTo>
                    <a:pt x="61396" y="949263"/>
                  </a:lnTo>
                  <a:lnTo>
                    <a:pt x="130452" y="1189002"/>
                  </a:lnTo>
                  <a:lnTo>
                    <a:pt x="220215" y="1418845"/>
                  </a:lnTo>
                  <a:lnTo>
                    <a:pt x="265991" y="1504373"/>
                  </a:lnTo>
                  <a:lnTo>
                    <a:pt x="322317" y="1581812"/>
                  </a:lnTo>
                  <a:lnTo>
                    <a:pt x="355358" y="1616136"/>
                  </a:lnTo>
                  <a:lnTo>
                    <a:pt x="392143" y="1646803"/>
                  </a:lnTo>
                  <a:lnTo>
                    <a:pt x="432595" y="1673313"/>
                  </a:lnTo>
                  <a:lnTo>
                    <a:pt x="475145" y="1695012"/>
                  </a:lnTo>
                  <a:lnTo>
                    <a:pt x="519508" y="1712597"/>
                  </a:lnTo>
                  <a:lnTo>
                    <a:pt x="612514" y="1738222"/>
                  </a:lnTo>
                  <a:lnTo>
                    <a:pt x="952779" y="1801027"/>
                  </a:lnTo>
                  <a:lnTo>
                    <a:pt x="1045199" y="1834428"/>
                  </a:lnTo>
                  <a:lnTo>
                    <a:pt x="1131002" y="1881186"/>
                  </a:lnTo>
                  <a:lnTo>
                    <a:pt x="1209272" y="1939488"/>
                  </a:lnTo>
                  <a:lnTo>
                    <a:pt x="1280162" y="2007669"/>
                  </a:lnTo>
                  <a:lnTo>
                    <a:pt x="1338164" y="2076901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962415" y="9835537"/>
              <a:ext cx="1177925" cy="451484"/>
            </a:xfrm>
            <a:custGeom>
              <a:avLst/>
              <a:gdLst/>
              <a:ahLst/>
              <a:cxnLst/>
              <a:rect l="l" t="t" r="r" b="b"/>
              <a:pathLst>
                <a:path w="1177925" h="451484">
                  <a:moveTo>
                    <a:pt x="1177605" y="451460"/>
                  </a:moveTo>
                  <a:lnTo>
                    <a:pt x="1124227" y="384704"/>
                  </a:lnTo>
                  <a:lnTo>
                    <a:pt x="1059090" y="315528"/>
                  </a:lnTo>
                  <a:lnTo>
                    <a:pt x="988486" y="251949"/>
                  </a:lnTo>
                  <a:lnTo>
                    <a:pt x="912945" y="194425"/>
                  </a:lnTo>
                  <a:lnTo>
                    <a:pt x="832997" y="143415"/>
                  </a:lnTo>
                  <a:lnTo>
                    <a:pt x="749174" y="99378"/>
                  </a:lnTo>
                  <a:lnTo>
                    <a:pt x="662006" y="62772"/>
                  </a:lnTo>
                  <a:lnTo>
                    <a:pt x="572024" y="34055"/>
                  </a:lnTo>
                  <a:lnTo>
                    <a:pt x="479757" y="13685"/>
                  </a:lnTo>
                  <a:lnTo>
                    <a:pt x="385738" y="2121"/>
                  </a:lnTo>
                  <a:lnTo>
                    <a:pt x="336221" y="0"/>
                  </a:lnTo>
                  <a:lnTo>
                    <a:pt x="286430" y="1563"/>
                  </a:lnTo>
                  <a:lnTo>
                    <a:pt x="237390" y="7835"/>
                  </a:lnTo>
                  <a:lnTo>
                    <a:pt x="190125" y="19840"/>
                  </a:lnTo>
                  <a:lnTo>
                    <a:pt x="145662" y="38603"/>
                  </a:lnTo>
                  <a:lnTo>
                    <a:pt x="105026" y="65147"/>
                  </a:lnTo>
                  <a:lnTo>
                    <a:pt x="69559" y="99871"/>
                  </a:lnTo>
                  <a:lnTo>
                    <a:pt x="41568" y="140653"/>
                  </a:lnTo>
                  <a:lnTo>
                    <a:pt x="20834" y="186042"/>
                  </a:lnTo>
                  <a:lnTo>
                    <a:pt x="7140" y="234589"/>
                  </a:lnTo>
                  <a:lnTo>
                    <a:pt x="268" y="284847"/>
                  </a:lnTo>
                  <a:lnTo>
                    <a:pt x="0" y="335364"/>
                  </a:lnTo>
                  <a:lnTo>
                    <a:pt x="5489" y="382766"/>
                  </a:lnTo>
                  <a:lnTo>
                    <a:pt x="15738" y="429216"/>
                  </a:lnTo>
                  <a:lnTo>
                    <a:pt x="22911" y="451457"/>
                  </a:lnTo>
                  <a:lnTo>
                    <a:pt x="1177605" y="45146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893224"/>
              <a:ext cx="3025775" cy="3394075"/>
            </a:xfrm>
            <a:custGeom>
              <a:avLst/>
              <a:gdLst/>
              <a:ahLst/>
              <a:cxnLst/>
              <a:rect l="l" t="t" r="r" b="b"/>
              <a:pathLst>
                <a:path w="3025775" h="3394075">
                  <a:moveTo>
                    <a:pt x="180449" y="7524"/>
                  </a:moveTo>
                  <a:lnTo>
                    <a:pt x="131250" y="0"/>
                  </a:lnTo>
                  <a:lnTo>
                    <a:pt x="89100" y="7252"/>
                  </a:lnTo>
                  <a:lnTo>
                    <a:pt x="52706" y="28239"/>
                  </a:lnTo>
                  <a:lnTo>
                    <a:pt x="21421" y="60098"/>
                  </a:lnTo>
                  <a:lnTo>
                    <a:pt x="5" y="91929"/>
                  </a:lnTo>
                  <a:lnTo>
                    <a:pt x="0" y="3393773"/>
                  </a:lnTo>
                  <a:lnTo>
                    <a:pt x="3025318" y="3393779"/>
                  </a:lnTo>
                  <a:lnTo>
                    <a:pt x="2995744" y="3359010"/>
                  </a:lnTo>
                  <a:lnTo>
                    <a:pt x="2961439" y="3324444"/>
                  </a:lnTo>
                  <a:lnTo>
                    <a:pt x="2924479" y="3292806"/>
                  </a:lnTo>
                  <a:lnTo>
                    <a:pt x="2884856" y="3264373"/>
                  </a:lnTo>
                  <a:lnTo>
                    <a:pt x="2842565" y="3239426"/>
                  </a:lnTo>
                  <a:lnTo>
                    <a:pt x="2795974" y="3217257"/>
                  </a:lnTo>
                  <a:lnTo>
                    <a:pt x="2747946" y="3198723"/>
                  </a:lnTo>
                  <a:lnTo>
                    <a:pt x="2698860" y="3182832"/>
                  </a:lnTo>
                  <a:lnTo>
                    <a:pt x="2649097" y="3168594"/>
                  </a:lnTo>
                  <a:lnTo>
                    <a:pt x="2549062" y="3141110"/>
                  </a:lnTo>
                  <a:lnTo>
                    <a:pt x="2499552" y="3125883"/>
                  </a:lnTo>
                  <a:lnTo>
                    <a:pt x="2450886" y="3108344"/>
                  </a:lnTo>
                  <a:lnTo>
                    <a:pt x="2405104" y="3088397"/>
                  </a:lnTo>
                  <a:lnTo>
                    <a:pt x="2360875" y="3065348"/>
                  </a:lnTo>
                  <a:lnTo>
                    <a:pt x="2318330" y="3039363"/>
                  </a:lnTo>
                  <a:lnTo>
                    <a:pt x="2277597" y="3010608"/>
                  </a:lnTo>
                  <a:lnTo>
                    <a:pt x="2238807" y="2979246"/>
                  </a:lnTo>
                  <a:lnTo>
                    <a:pt x="2202088" y="2945443"/>
                  </a:lnTo>
                  <a:lnTo>
                    <a:pt x="2167571" y="2909363"/>
                  </a:lnTo>
                  <a:lnTo>
                    <a:pt x="2135385" y="2871172"/>
                  </a:lnTo>
                  <a:lnTo>
                    <a:pt x="2105659" y="2831035"/>
                  </a:lnTo>
                  <a:lnTo>
                    <a:pt x="2078523" y="2789116"/>
                  </a:lnTo>
                  <a:lnTo>
                    <a:pt x="2054107" y="2745581"/>
                  </a:lnTo>
                  <a:lnTo>
                    <a:pt x="2032540" y="2700593"/>
                  </a:lnTo>
                  <a:lnTo>
                    <a:pt x="2013951" y="2654319"/>
                  </a:lnTo>
                  <a:lnTo>
                    <a:pt x="1998470" y="2606923"/>
                  </a:lnTo>
                  <a:lnTo>
                    <a:pt x="1986227" y="2558570"/>
                  </a:lnTo>
                  <a:lnTo>
                    <a:pt x="1977352" y="2509426"/>
                  </a:lnTo>
                  <a:lnTo>
                    <a:pt x="1971843" y="2462411"/>
                  </a:lnTo>
                  <a:lnTo>
                    <a:pt x="1968532" y="2414772"/>
                  </a:lnTo>
                  <a:lnTo>
                    <a:pt x="1966875" y="2366687"/>
                  </a:lnTo>
                  <a:lnTo>
                    <a:pt x="1966327" y="2318334"/>
                  </a:lnTo>
                  <a:lnTo>
                    <a:pt x="1966374" y="2221542"/>
                  </a:lnTo>
                  <a:lnTo>
                    <a:pt x="1965880" y="2173460"/>
                  </a:lnTo>
                  <a:lnTo>
                    <a:pt x="1964313" y="2125825"/>
                  </a:lnTo>
                  <a:lnTo>
                    <a:pt x="1961128" y="2078816"/>
                  </a:lnTo>
                  <a:lnTo>
                    <a:pt x="1955781" y="2032611"/>
                  </a:lnTo>
                  <a:lnTo>
                    <a:pt x="1947726" y="1987389"/>
                  </a:lnTo>
                  <a:lnTo>
                    <a:pt x="1936417" y="1943329"/>
                  </a:lnTo>
                  <a:lnTo>
                    <a:pt x="1921310" y="1900609"/>
                  </a:lnTo>
                  <a:lnTo>
                    <a:pt x="1901859" y="1859408"/>
                  </a:lnTo>
                  <a:lnTo>
                    <a:pt x="1877520" y="1819905"/>
                  </a:lnTo>
                  <a:lnTo>
                    <a:pt x="1846939" y="1781639"/>
                  </a:lnTo>
                  <a:lnTo>
                    <a:pt x="1812273" y="1747694"/>
                  </a:lnTo>
                  <a:lnTo>
                    <a:pt x="1774027" y="1717824"/>
                  </a:lnTo>
                  <a:lnTo>
                    <a:pt x="1732708" y="1691784"/>
                  </a:lnTo>
                  <a:lnTo>
                    <a:pt x="1055204" y="1555714"/>
                  </a:lnTo>
                  <a:lnTo>
                    <a:pt x="1007130" y="1544950"/>
                  </a:lnTo>
                  <a:lnTo>
                    <a:pt x="959627" y="1531503"/>
                  </a:lnTo>
                  <a:lnTo>
                    <a:pt x="914569" y="1515629"/>
                  </a:lnTo>
                  <a:lnTo>
                    <a:pt x="870883" y="1497073"/>
                  </a:lnTo>
                  <a:lnTo>
                    <a:pt x="828588" y="1475958"/>
                  </a:lnTo>
                  <a:lnTo>
                    <a:pt x="787707" y="1452406"/>
                  </a:lnTo>
                  <a:lnTo>
                    <a:pt x="748259" y="1426542"/>
                  </a:lnTo>
                  <a:lnTo>
                    <a:pt x="710267" y="1398488"/>
                  </a:lnTo>
                  <a:lnTo>
                    <a:pt x="673750" y="1368367"/>
                  </a:lnTo>
                  <a:lnTo>
                    <a:pt x="638731" y="1336301"/>
                  </a:lnTo>
                  <a:lnTo>
                    <a:pt x="605229" y="1302414"/>
                  </a:lnTo>
                  <a:lnTo>
                    <a:pt x="573266" y="1266828"/>
                  </a:lnTo>
                  <a:lnTo>
                    <a:pt x="542864" y="1229667"/>
                  </a:lnTo>
                  <a:lnTo>
                    <a:pt x="514042" y="1191053"/>
                  </a:lnTo>
                  <a:lnTo>
                    <a:pt x="486822" y="1151109"/>
                  </a:lnTo>
                  <a:lnTo>
                    <a:pt x="461225" y="1109959"/>
                  </a:lnTo>
                  <a:lnTo>
                    <a:pt x="437271" y="1067725"/>
                  </a:lnTo>
                  <a:lnTo>
                    <a:pt x="414983" y="1024530"/>
                  </a:lnTo>
                  <a:lnTo>
                    <a:pt x="394380" y="980497"/>
                  </a:lnTo>
                  <a:lnTo>
                    <a:pt x="375484" y="935749"/>
                  </a:lnTo>
                  <a:lnTo>
                    <a:pt x="358316" y="890409"/>
                  </a:lnTo>
                  <a:lnTo>
                    <a:pt x="342896" y="844599"/>
                  </a:lnTo>
                  <a:lnTo>
                    <a:pt x="329246" y="798443"/>
                  </a:lnTo>
                  <a:lnTo>
                    <a:pt x="316992" y="750888"/>
                  </a:lnTo>
                  <a:lnTo>
                    <a:pt x="306222" y="703027"/>
                  </a:lnTo>
                  <a:lnTo>
                    <a:pt x="296858" y="654896"/>
                  </a:lnTo>
                  <a:lnTo>
                    <a:pt x="288827" y="606530"/>
                  </a:lnTo>
                  <a:lnTo>
                    <a:pt x="282051" y="557963"/>
                  </a:lnTo>
                  <a:lnTo>
                    <a:pt x="276454" y="509233"/>
                  </a:lnTo>
                  <a:lnTo>
                    <a:pt x="271962" y="460373"/>
                  </a:lnTo>
                  <a:lnTo>
                    <a:pt x="268497" y="411420"/>
                  </a:lnTo>
                  <a:lnTo>
                    <a:pt x="265984" y="362409"/>
                  </a:lnTo>
                  <a:lnTo>
                    <a:pt x="264348" y="313375"/>
                  </a:lnTo>
                  <a:lnTo>
                    <a:pt x="263512" y="264353"/>
                  </a:lnTo>
                  <a:lnTo>
                    <a:pt x="263796" y="223173"/>
                  </a:lnTo>
                  <a:lnTo>
                    <a:pt x="263804" y="179351"/>
                  </a:lnTo>
                  <a:lnTo>
                    <a:pt x="261271" y="135370"/>
                  </a:lnTo>
                  <a:lnTo>
                    <a:pt x="253933" y="93713"/>
                  </a:lnTo>
                  <a:lnTo>
                    <a:pt x="239526" y="56865"/>
                  </a:lnTo>
                  <a:lnTo>
                    <a:pt x="215786" y="27307"/>
                  </a:lnTo>
                  <a:lnTo>
                    <a:pt x="180449" y="7524"/>
                  </a:lnTo>
                  <a:close/>
                </a:path>
                <a:path w="3025775" h="3394075">
                  <a:moveTo>
                    <a:pt x="1497734" y="1610449"/>
                  </a:moveTo>
                  <a:lnTo>
                    <a:pt x="1448607" y="1602239"/>
                  </a:lnTo>
                  <a:lnTo>
                    <a:pt x="1399492" y="1595842"/>
                  </a:lnTo>
                  <a:lnTo>
                    <a:pt x="1350163" y="1590561"/>
                  </a:lnTo>
                  <a:lnTo>
                    <a:pt x="1201877" y="1576662"/>
                  </a:lnTo>
                  <a:lnTo>
                    <a:pt x="1152676" y="1571096"/>
                  </a:lnTo>
                  <a:lnTo>
                    <a:pt x="1103752" y="1564271"/>
                  </a:lnTo>
                  <a:lnTo>
                    <a:pt x="1055204" y="1555714"/>
                  </a:lnTo>
                  <a:lnTo>
                    <a:pt x="1722503" y="1686562"/>
                  </a:lnTo>
                  <a:lnTo>
                    <a:pt x="1688822" y="1669328"/>
                  </a:lnTo>
                  <a:lnTo>
                    <a:pt x="1642875" y="1650212"/>
                  </a:lnTo>
                  <a:lnTo>
                    <a:pt x="1595809" y="1634337"/>
                  </a:lnTo>
                  <a:lnTo>
                    <a:pt x="1596191" y="1634412"/>
                  </a:lnTo>
                  <a:lnTo>
                    <a:pt x="1546825" y="1621018"/>
                  </a:lnTo>
                  <a:lnTo>
                    <a:pt x="1497734" y="1610449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" y="9049969"/>
              <a:ext cx="17076420" cy="49530"/>
            </a:xfrm>
            <a:custGeom>
              <a:avLst/>
              <a:gdLst/>
              <a:ahLst/>
              <a:cxnLst/>
              <a:rect l="l" t="t" r="r" b="b"/>
              <a:pathLst>
                <a:path w="17076420" h="49529">
                  <a:moveTo>
                    <a:pt x="0" y="49403"/>
                  </a:moveTo>
                  <a:lnTo>
                    <a:pt x="5393383" y="0"/>
                  </a:lnTo>
                </a:path>
                <a:path w="17076420" h="49529">
                  <a:moveTo>
                    <a:pt x="14130475" y="0"/>
                  </a:moveTo>
                  <a:lnTo>
                    <a:pt x="17076113" y="0"/>
                  </a:lnTo>
                </a:path>
              </a:pathLst>
            </a:custGeom>
            <a:ln w="38100">
              <a:solidFill>
                <a:srgbClr val="A782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496665" y="8470392"/>
              <a:ext cx="1159510" cy="1159510"/>
            </a:xfrm>
            <a:custGeom>
              <a:avLst/>
              <a:gdLst/>
              <a:ahLst/>
              <a:cxnLst/>
              <a:rect l="l" t="t" r="r" b="b"/>
              <a:pathLst>
                <a:path w="1159509" h="1159509">
                  <a:moveTo>
                    <a:pt x="579500" y="0"/>
                  </a:moveTo>
                  <a:lnTo>
                    <a:pt x="531974" y="1921"/>
                  </a:lnTo>
                  <a:lnTo>
                    <a:pt x="485505" y="7585"/>
                  </a:lnTo>
                  <a:lnTo>
                    <a:pt x="440243" y="16842"/>
                  </a:lnTo>
                  <a:lnTo>
                    <a:pt x="396337" y="29544"/>
                  </a:lnTo>
                  <a:lnTo>
                    <a:pt x="353937" y="45542"/>
                  </a:lnTo>
                  <a:lnTo>
                    <a:pt x="313191" y="64686"/>
                  </a:lnTo>
                  <a:lnTo>
                    <a:pt x="274248" y="86828"/>
                  </a:lnTo>
                  <a:lnTo>
                    <a:pt x="237259" y="111817"/>
                  </a:lnTo>
                  <a:lnTo>
                    <a:pt x="202371" y="139506"/>
                  </a:lnTo>
                  <a:lnTo>
                    <a:pt x="169735" y="169745"/>
                  </a:lnTo>
                  <a:lnTo>
                    <a:pt x="139499" y="202384"/>
                  </a:lnTo>
                  <a:lnTo>
                    <a:pt x="111812" y="237275"/>
                  </a:lnTo>
                  <a:lnTo>
                    <a:pt x="86824" y="274269"/>
                  </a:lnTo>
                  <a:lnTo>
                    <a:pt x="64684" y="313217"/>
                  </a:lnTo>
                  <a:lnTo>
                    <a:pt x="45541" y="353969"/>
                  </a:lnTo>
                  <a:lnTo>
                    <a:pt x="29544" y="396376"/>
                  </a:lnTo>
                  <a:lnTo>
                    <a:pt x="16842" y="440290"/>
                  </a:lnTo>
                  <a:lnTo>
                    <a:pt x="7584" y="485560"/>
                  </a:lnTo>
                  <a:lnTo>
                    <a:pt x="1921" y="532039"/>
                  </a:lnTo>
                  <a:lnTo>
                    <a:pt x="0" y="579577"/>
                  </a:lnTo>
                  <a:lnTo>
                    <a:pt x="1921" y="627107"/>
                  </a:lnTo>
                  <a:lnTo>
                    <a:pt x="7584" y="673579"/>
                  </a:lnTo>
                  <a:lnTo>
                    <a:pt x="16842" y="718844"/>
                  </a:lnTo>
                  <a:lnTo>
                    <a:pt x="29544" y="762753"/>
                  </a:lnTo>
                  <a:lnTo>
                    <a:pt x="45541" y="805155"/>
                  </a:lnTo>
                  <a:lnTo>
                    <a:pt x="64684" y="845903"/>
                  </a:lnTo>
                  <a:lnTo>
                    <a:pt x="86824" y="884847"/>
                  </a:lnTo>
                  <a:lnTo>
                    <a:pt x="111812" y="921838"/>
                  </a:lnTo>
                  <a:lnTo>
                    <a:pt x="139499" y="956727"/>
                  </a:lnTo>
                  <a:lnTo>
                    <a:pt x="169735" y="989364"/>
                  </a:lnTo>
                  <a:lnTo>
                    <a:pt x="202371" y="1019601"/>
                  </a:lnTo>
                  <a:lnTo>
                    <a:pt x="237259" y="1047289"/>
                  </a:lnTo>
                  <a:lnTo>
                    <a:pt x="274248" y="1072277"/>
                  </a:lnTo>
                  <a:lnTo>
                    <a:pt x="313191" y="1094418"/>
                  </a:lnTo>
                  <a:lnTo>
                    <a:pt x="353937" y="1113561"/>
                  </a:lnTo>
                  <a:lnTo>
                    <a:pt x="396337" y="1129559"/>
                  </a:lnTo>
                  <a:lnTo>
                    <a:pt x="440243" y="1142261"/>
                  </a:lnTo>
                  <a:lnTo>
                    <a:pt x="485505" y="1151518"/>
                  </a:lnTo>
                  <a:lnTo>
                    <a:pt x="531974" y="1157182"/>
                  </a:lnTo>
                  <a:lnTo>
                    <a:pt x="579500" y="1159103"/>
                  </a:lnTo>
                  <a:lnTo>
                    <a:pt x="627027" y="1157182"/>
                  </a:lnTo>
                  <a:lnTo>
                    <a:pt x="673496" y="1151518"/>
                  </a:lnTo>
                  <a:lnTo>
                    <a:pt x="718758" y="1142261"/>
                  </a:lnTo>
                  <a:lnTo>
                    <a:pt x="762664" y="1129559"/>
                  </a:lnTo>
                  <a:lnTo>
                    <a:pt x="805064" y="1113561"/>
                  </a:lnTo>
                  <a:lnTo>
                    <a:pt x="845810" y="1094418"/>
                  </a:lnTo>
                  <a:lnTo>
                    <a:pt x="884753" y="1072277"/>
                  </a:lnTo>
                  <a:lnTo>
                    <a:pt x="921742" y="1047289"/>
                  </a:lnTo>
                  <a:lnTo>
                    <a:pt x="956630" y="1019601"/>
                  </a:lnTo>
                  <a:lnTo>
                    <a:pt x="989266" y="989364"/>
                  </a:lnTo>
                  <a:lnTo>
                    <a:pt x="1019502" y="956727"/>
                  </a:lnTo>
                  <a:lnTo>
                    <a:pt x="1047189" y="921838"/>
                  </a:lnTo>
                  <a:lnTo>
                    <a:pt x="1072177" y="884847"/>
                  </a:lnTo>
                  <a:lnTo>
                    <a:pt x="1094317" y="845903"/>
                  </a:lnTo>
                  <a:lnTo>
                    <a:pt x="1113460" y="805155"/>
                  </a:lnTo>
                  <a:lnTo>
                    <a:pt x="1129457" y="762753"/>
                  </a:lnTo>
                  <a:lnTo>
                    <a:pt x="1142159" y="718844"/>
                  </a:lnTo>
                  <a:lnTo>
                    <a:pt x="1151417" y="673579"/>
                  </a:lnTo>
                  <a:lnTo>
                    <a:pt x="1157080" y="627107"/>
                  </a:lnTo>
                  <a:lnTo>
                    <a:pt x="1159002" y="579577"/>
                  </a:lnTo>
                  <a:lnTo>
                    <a:pt x="1157080" y="532039"/>
                  </a:lnTo>
                  <a:lnTo>
                    <a:pt x="1151417" y="485560"/>
                  </a:lnTo>
                  <a:lnTo>
                    <a:pt x="1142159" y="440290"/>
                  </a:lnTo>
                  <a:lnTo>
                    <a:pt x="1129457" y="396376"/>
                  </a:lnTo>
                  <a:lnTo>
                    <a:pt x="1113460" y="353969"/>
                  </a:lnTo>
                  <a:lnTo>
                    <a:pt x="1094317" y="313217"/>
                  </a:lnTo>
                  <a:lnTo>
                    <a:pt x="1072177" y="274269"/>
                  </a:lnTo>
                  <a:lnTo>
                    <a:pt x="1047189" y="237275"/>
                  </a:lnTo>
                  <a:lnTo>
                    <a:pt x="1019502" y="202384"/>
                  </a:lnTo>
                  <a:lnTo>
                    <a:pt x="989266" y="169745"/>
                  </a:lnTo>
                  <a:lnTo>
                    <a:pt x="956630" y="139506"/>
                  </a:lnTo>
                  <a:lnTo>
                    <a:pt x="921742" y="111817"/>
                  </a:lnTo>
                  <a:lnTo>
                    <a:pt x="884753" y="86828"/>
                  </a:lnTo>
                  <a:lnTo>
                    <a:pt x="845810" y="64686"/>
                  </a:lnTo>
                  <a:lnTo>
                    <a:pt x="805064" y="45542"/>
                  </a:lnTo>
                  <a:lnTo>
                    <a:pt x="762664" y="29544"/>
                  </a:lnTo>
                  <a:lnTo>
                    <a:pt x="718758" y="16842"/>
                  </a:lnTo>
                  <a:lnTo>
                    <a:pt x="673496" y="7585"/>
                  </a:lnTo>
                  <a:lnTo>
                    <a:pt x="627027" y="1921"/>
                  </a:lnTo>
                  <a:lnTo>
                    <a:pt x="579500" y="0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196710" y="795274"/>
            <a:ext cx="5895340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10" dirty="0"/>
              <a:t>INTRODUCTION</a:t>
            </a:r>
          </a:p>
        </p:txBody>
      </p:sp>
      <p:sp>
        <p:nvSpPr>
          <p:cNvPr id="9" name="object 9"/>
          <p:cNvSpPr/>
          <p:nvPr/>
        </p:nvSpPr>
        <p:spPr>
          <a:xfrm>
            <a:off x="14636091" y="-1"/>
            <a:ext cx="3652520" cy="3553460"/>
          </a:xfrm>
          <a:custGeom>
            <a:avLst/>
            <a:gdLst/>
            <a:ahLst/>
            <a:cxnLst/>
            <a:rect l="l" t="t" r="r" b="b"/>
            <a:pathLst>
              <a:path w="3652519" h="3553460">
                <a:moveTo>
                  <a:pt x="3644823" y="3553300"/>
                </a:moveTo>
                <a:lnTo>
                  <a:pt x="3651903" y="3553230"/>
                </a:lnTo>
                <a:lnTo>
                  <a:pt x="3651907" y="0"/>
                </a:lnTo>
                <a:lnTo>
                  <a:pt x="0" y="0"/>
                </a:lnTo>
                <a:lnTo>
                  <a:pt x="6839" y="52723"/>
                </a:lnTo>
                <a:lnTo>
                  <a:pt x="14443" y="101394"/>
                </a:lnTo>
                <a:lnTo>
                  <a:pt x="23393" y="149749"/>
                </a:lnTo>
                <a:lnTo>
                  <a:pt x="33857" y="197731"/>
                </a:lnTo>
                <a:lnTo>
                  <a:pt x="45998" y="245287"/>
                </a:lnTo>
                <a:lnTo>
                  <a:pt x="59985" y="292359"/>
                </a:lnTo>
                <a:lnTo>
                  <a:pt x="75981" y="338892"/>
                </a:lnTo>
                <a:lnTo>
                  <a:pt x="94298" y="384880"/>
                </a:lnTo>
                <a:lnTo>
                  <a:pt x="115114" y="430039"/>
                </a:lnTo>
                <a:lnTo>
                  <a:pt x="138390" y="474093"/>
                </a:lnTo>
                <a:lnTo>
                  <a:pt x="164089" y="516766"/>
                </a:lnTo>
                <a:lnTo>
                  <a:pt x="192169" y="557781"/>
                </a:lnTo>
                <a:lnTo>
                  <a:pt x="222594" y="596863"/>
                </a:lnTo>
                <a:lnTo>
                  <a:pt x="255324" y="633734"/>
                </a:lnTo>
                <a:lnTo>
                  <a:pt x="290319" y="668118"/>
                </a:lnTo>
                <a:lnTo>
                  <a:pt x="327542" y="699740"/>
                </a:lnTo>
                <a:lnTo>
                  <a:pt x="366954" y="728322"/>
                </a:lnTo>
                <a:lnTo>
                  <a:pt x="408514" y="753588"/>
                </a:lnTo>
                <a:lnTo>
                  <a:pt x="452186" y="775263"/>
                </a:lnTo>
                <a:lnTo>
                  <a:pt x="497929" y="793069"/>
                </a:lnTo>
                <a:lnTo>
                  <a:pt x="547467" y="807442"/>
                </a:lnTo>
                <a:lnTo>
                  <a:pt x="597838" y="817997"/>
                </a:lnTo>
                <a:lnTo>
                  <a:pt x="648828" y="825773"/>
                </a:lnTo>
                <a:lnTo>
                  <a:pt x="700219" y="831811"/>
                </a:lnTo>
                <a:lnTo>
                  <a:pt x="803344" y="842824"/>
                </a:lnTo>
                <a:lnTo>
                  <a:pt x="854645" y="849877"/>
                </a:lnTo>
                <a:lnTo>
                  <a:pt x="905485" y="859348"/>
                </a:lnTo>
                <a:lnTo>
                  <a:pt x="953868" y="871659"/>
                </a:lnTo>
                <a:lnTo>
                  <a:pt x="1001217" y="887280"/>
                </a:lnTo>
                <a:lnTo>
                  <a:pt x="1047378" y="906069"/>
                </a:lnTo>
                <a:lnTo>
                  <a:pt x="1092196" y="927883"/>
                </a:lnTo>
                <a:lnTo>
                  <a:pt x="1135518" y="952582"/>
                </a:lnTo>
                <a:lnTo>
                  <a:pt x="1177189" y="980023"/>
                </a:lnTo>
                <a:lnTo>
                  <a:pt x="1217054" y="1010065"/>
                </a:lnTo>
                <a:lnTo>
                  <a:pt x="1254959" y="1042565"/>
                </a:lnTo>
                <a:lnTo>
                  <a:pt x="1290750" y="1077381"/>
                </a:lnTo>
                <a:lnTo>
                  <a:pt x="1324272" y="1114373"/>
                </a:lnTo>
                <a:lnTo>
                  <a:pt x="1355371" y="1153397"/>
                </a:lnTo>
                <a:lnTo>
                  <a:pt x="1383893" y="1194312"/>
                </a:lnTo>
                <a:lnTo>
                  <a:pt x="1409683" y="1236976"/>
                </a:lnTo>
                <a:lnTo>
                  <a:pt x="1432587" y="1281248"/>
                </a:lnTo>
                <a:lnTo>
                  <a:pt x="1452451" y="1326985"/>
                </a:lnTo>
                <a:lnTo>
                  <a:pt x="1469120" y="1374045"/>
                </a:lnTo>
                <a:lnTo>
                  <a:pt x="1482124" y="1419546"/>
                </a:lnTo>
                <a:lnTo>
                  <a:pt x="1493060" y="1466017"/>
                </a:lnTo>
                <a:lnTo>
                  <a:pt x="1502436" y="1513194"/>
                </a:lnTo>
                <a:lnTo>
                  <a:pt x="1510761" y="1560813"/>
                </a:lnTo>
                <a:lnTo>
                  <a:pt x="1526296" y="1656322"/>
                </a:lnTo>
                <a:lnTo>
                  <a:pt x="1534524" y="1703683"/>
                </a:lnTo>
                <a:lnTo>
                  <a:pt x="1543739" y="1750431"/>
                </a:lnTo>
                <a:lnTo>
                  <a:pt x="1554449" y="1796300"/>
                </a:lnTo>
                <a:lnTo>
                  <a:pt x="1567163" y="1841028"/>
                </a:lnTo>
                <a:lnTo>
                  <a:pt x="1582391" y="1884350"/>
                </a:lnTo>
                <a:lnTo>
                  <a:pt x="1600642" y="1926002"/>
                </a:lnTo>
                <a:lnTo>
                  <a:pt x="1622425" y="1965720"/>
                </a:lnTo>
                <a:lnTo>
                  <a:pt x="1648249" y="2003240"/>
                </a:lnTo>
                <a:lnTo>
                  <a:pt x="1678623" y="2038298"/>
                </a:lnTo>
                <a:lnTo>
                  <a:pt x="1714956" y="2071130"/>
                </a:lnTo>
                <a:lnTo>
                  <a:pt x="1754625" y="2099042"/>
                </a:lnTo>
                <a:lnTo>
                  <a:pt x="1797169" y="2122356"/>
                </a:lnTo>
                <a:lnTo>
                  <a:pt x="1842129" y="2141397"/>
                </a:lnTo>
                <a:lnTo>
                  <a:pt x="2532500" y="2166583"/>
                </a:lnTo>
                <a:lnTo>
                  <a:pt x="2581666" y="2169465"/>
                </a:lnTo>
                <a:lnTo>
                  <a:pt x="2630700" y="2175085"/>
                </a:lnTo>
                <a:lnTo>
                  <a:pt x="2677712" y="2183494"/>
                </a:lnTo>
                <a:lnTo>
                  <a:pt x="2723803" y="2194769"/>
                </a:lnTo>
                <a:lnTo>
                  <a:pt x="2768933" y="2208794"/>
                </a:lnTo>
                <a:lnTo>
                  <a:pt x="2813060" y="2225450"/>
                </a:lnTo>
                <a:lnTo>
                  <a:pt x="2856146" y="2244618"/>
                </a:lnTo>
                <a:lnTo>
                  <a:pt x="2898148" y="2266182"/>
                </a:lnTo>
                <a:lnTo>
                  <a:pt x="2939026" y="2290023"/>
                </a:lnTo>
                <a:lnTo>
                  <a:pt x="2978740" y="2316024"/>
                </a:lnTo>
                <a:lnTo>
                  <a:pt x="3017250" y="2344065"/>
                </a:lnTo>
                <a:lnTo>
                  <a:pt x="3054515" y="2374031"/>
                </a:lnTo>
                <a:lnTo>
                  <a:pt x="3090495" y="2405802"/>
                </a:lnTo>
                <a:lnTo>
                  <a:pt x="3125149" y="2439261"/>
                </a:lnTo>
                <a:lnTo>
                  <a:pt x="3158436" y="2474290"/>
                </a:lnTo>
                <a:lnTo>
                  <a:pt x="3190316" y="2510770"/>
                </a:lnTo>
                <a:lnTo>
                  <a:pt x="3220749" y="2548585"/>
                </a:lnTo>
                <a:lnTo>
                  <a:pt x="3249694" y="2587616"/>
                </a:lnTo>
                <a:lnTo>
                  <a:pt x="3277111" y="2627745"/>
                </a:lnTo>
                <a:lnTo>
                  <a:pt x="3302958" y="2668854"/>
                </a:lnTo>
                <a:lnTo>
                  <a:pt x="3327197" y="2710826"/>
                </a:lnTo>
                <a:lnTo>
                  <a:pt x="3349785" y="2753542"/>
                </a:lnTo>
                <a:lnTo>
                  <a:pt x="3370684" y="2796885"/>
                </a:lnTo>
                <a:lnTo>
                  <a:pt x="3390430" y="2841833"/>
                </a:lnTo>
                <a:lnTo>
                  <a:pt x="3408762" y="2887321"/>
                </a:lnTo>
                <a:lnTo>
                  <a:pt x="3425749" y="2933303"/>
                </a:lnTo>
                <a:lnTo>
                  <a:pt x="3441460" y="2979732"/>
                </a:lnTo>
                <a:lnTo>
                  <a:pt x="3455964" y="3026559"/>
                </a:lnTo>
                <a:lnTo>
                  <a:pt x="3469330" y="3073739"/>
                </a:lnTo>
                <a:lnTo>
                  <a:pt x="3481629" y="3121223"/>
                </a:lnTo>
                <a:lnTo>
                  <a:pt x="3492928" y="3168966"/>
                </a:lnTo>
                <a:lnTo>
                  <a:pt x="3503297" y="3216919"/>
                </a:lnTo>
                <a:lnTo>
                  <a:pt x="3512805" y="3265036"/>
                </a:lnTo>
                <a:lnTo>
                  <a:pt x="3521522" y="3313269"/>
                </a:lnTo>
                <a:lnTo>
                  <a:pt x="3527871" y="3353945"/>
                </a:lnTo>
                <a:lnTo>
                  <a:pt x="3534918" y="3397184"/>
                </a:lnTo>
                <a:lnTo>
                  <a:pt x="3544498" y="3440171"/>
                </a:lnTo>
                <a:lnTo>
                  <a:pt x="3558444" y="3480090"/>
                </a:lnTo>
                <a:lnTo>
                  <a:pt x="3578591" y="3514129"/>
                </a:lnTo>
                <a:lnTo>
                  <a:pt x="3606772" y="3539470"/>
                </a:lnTo>
                <a:lnTo>
                  <a:pt x="3644823" y="3553300"/>
                </a:lnTo>
                <a:close/>
              </a:path>
              <a:path w="3652519" h="3553460">
                <a:moveTo>
                  <a:pt x="2087062" y="2183820"/>
                </a:moveTo>
                <a:lnTo>
                  <a:pt x="2136855" y="2184012"/>
                </a:lnTo>
                <a:lnTo>
                  <a:pt x="2186345" y="2182416"/>
                </a:lnTo>
                <a:lnTo>
                  <a:pt x="2235866" y="2179686"/>
                </a:lnTo>
                <a:lnTo>
                  <a:pt x="2384411" y="2169527"/>
                </a:lnTo>
                <a:lnTo>
                  <a:pt x="2433852" y="2167098"/>
                </a:lnTo>
                <a:lnTo>
                  <a:pt x="2483222" y="2165956"/>
                </a:lnTo>
                <a:lnTo>
                  <a:pt x="2532500" y="2166583"/>
                </a:lnTo>
                <a:lnTo>
                  <a:pt x="1853039" y="2144906"/>
                </a:lnTo>
                <a:lnTo>
                  <a:pt x="1889045" y="2156488"/>
                </a:lnTo>
                <a:lnTo>
                  <a:pt x="1937456" y="2167953"/>
                </a:lnTo>
                <a:lnTo>
                  <a:pt x="1986450" y="2176039"/>
                </a:lnTo>
                <a:lnTo>
                  <a:pt x="1986061" y="2176027"/>
                </a:lnTo>
                <a:lnTo>
                  <a:pt x="2036925" y="2181295"/>
                </a:lnTo>
                <a:lnTo>
                  <a:pt x="2087062" y="2183820"/>
                </a:lnTo>
                <a:close/>
              </a:path>
            </a:pathLst>
          </a:custGeom>
          <a:solidFill>
            <a:srgbClr val="CEB3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0" y="0"/>
            <a:ext cx="1198245" cy="2308860"/>
            <a:chOff x="0" y="0"/>
            <a:chExt cx="1198245" cy="2308860"/>
          </a:xfrm>
        </p:grpSpPr>
        <p:sp>
          <p:nvSpPr>
            <p:cNvPr id="11" name="object 11"/>
            <p:cNvSpPr/>
            <p:nvPr/>
          </p:nvSpPr>
          <p:spPr>
            <a:xfrm>
              <a:off x="0" y="415999"/>
              <a:ext cx="1144270" cy="1892935"/>
            </a:xfrm>
            <a:custGeom>
              <a:avLst/>
              <a:gdLst/>
              <a:ahLst/>
              <a:cxnLst/>
              <a:rect l="l" t="t" r="r" b="b"/>
              <a:pathLst>
                <a:path w="1144270" h="1892935">
                  <a:moveTo>
                    <a:pt x="0" y="0"/>
                  </a:moveTo>
                  <a:lnTo>
                    <a:pt x="0" y="1658009"/>
                  </a:lnTo>
                  <a:lnTo>
                    <a:pt x="61612" y="1731358"/>
                  </a:lnTo>
                  <a:lnTo>
                    <a:pt x="131601" y="1796917"/>
                  </a:lnTo>
                  <a:lnTo>
                    <a:pt x="169970" y="1824817"/>
                  </a:lnTo>
                  <a:lnTo>
                    <a:pt x="210847" y="1848588"/>
                  </a:lnTo>
                  <a:lnTo>
                    <a:pt x="254428" y="1867574"/>
                  </a:lnTo>
                  <a:lnTo>
                    <a:pt x="301991" y="1881468"/>
                  </a:lnTo>
                  <a:lnTo>
                    <a:pt x="350535" y="1889618"/>
                  </a:lnTo>
                  <a:lnTo>
                    <a:pt x="399818" y="1892835"/>
                  </a:lnTo>
                  <a:lnTo>
                    <a:pt x="499635" y="1887710"/>
                  </a:lnTo>
                  <a:lnTo>
                    <a:pt x="697135" y="1853659"/>
                  </a:lnTo>
                  <a:lnTo>
                    <a:pt x="841835" y="1816157"/>
                  </a:lnTo>
                  <a:lnTo>
                    <a:pt x="932213" y="1778964"/>
                  </a:lnTo>
                  <a:lnTo>
                    <a:pt x="973774" y="1755212"/>
                  </a:lnTo>
                  <a:lnTo>
                    <a:pt x="1012115" y="1727355"/>
                  </a:lnTo>
                  <a:lnTo>
                    <a:pt x="1046636" y="1694895"/>
                  </a:lnTo>
                  <a:lnTo>
                    <a:pt x="1076737" y="1657332"/>
                  </a:lnTo>
                  <a:lnTo>
                    <a:pt x="1101510" y="1614832"/>
                  </a:lnTo>
                  <a:lnTo>
                    <a:pt x="1119869" y="1569653"/>
                  </a:lnTo>
                  <a:lnTo>
                    <a:pt x="1132556" y="1522332"/>
                  </a:lnTo>
                  <a:lnTo>
                    <a:pt x="1140313" y="1473407"/>
                  </a:lnTo>
                  <a:lnTo>
                    <a:pt x="1143881" y="1423417"/>
                  </a:lnTo>
                  <a:lnTo>
                    <a:pt x="1141418" y="1322392"/>
                  </a:lnTo>
                  <a:lnTo>
                    <a:pt x="1124436" y="1173604"/>
                  </a:lnTo>
                  <a:lnTo>
                    <a:pt x="1088144" y="977766"/>
                  </a:lnTo>
                  <a:lnTo>
                    <a:pt x="1036853" y="785295"/>
                  </a:lnTo>
                  <a:lnTo>
                    <a:pt x="968834" y="595314"/>
                  </a:lnTo>
                  <a:lnTo>
                    <a:pt x="922140" y="504796"/>
                  </a:lnTo>
                  <a:lnTo>
                    <a:pt x="893754" y="463171"/>
                  </a:lnTo>
                  <a:lnTo>
                    <a:pt x="861293" y="424940"/>
                  </a:lnTo>
                  <a:lnTo>
                    <a:pt x="824220" y="390829"/>
                  </a:lnTo>
                  <a:lnTo>
                    <a:pt x="784868" y="362957"/>
                  </a:lnTo>
                  <a:lnTo>
                    <a:pt x="743065" y="340127"/>
                  </a:lnTo>
                  <a:lnTo>
                    <a:pt x="699181" y="321536"/>
                  </a:lnTo>
                  <a:lnTo>
                    <a:pt x="606652" y="293858"/>
                  </a:lnTo>
                  <a:lnTo>
                    <a:pt x="364827" y="242598"/>
                  </a:lnTo>
                  <a:lnTo>
                    <a:pt x="271669" y="212391"/>
                  </a:lnTo>
                  <a:lnTo>
                    <a:pt x="227542" y="192260"/>
                  </a:lnTo>
                  <a:lnTo>
                    <a:pt x="185567" y="168767"/>
                  </a:lnTo>
                  <a:lnTo>
                    <a:pt x="107947" y="112621"/>
                  </a:lnTo>
                  <a:lnTo>
                    <a:pt x="38563" y="45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205" y="0"/>
              <a:ext cx="1123315" cy="517525"/>
            </a:xfrm>
            <a:custGeom>
              <a:avLst/>
              <a:gdLst/>
              <a:ahLst/>
              <a:cxnLst/>
              <a:rect l="l" t="t" r="r" b="b"/>
              <a:pathLst>
                <a:path w="1123315" h="517525">
                  <a:moveTo>
                    <a:pt x="1059869" y="0"/>
                  </a:moveTo>
                  <a:lnTo>
                    <a:pt x="0" y="0"/>
                  </a:lnTo>
                  <a:lnTo>
                    <a:pt x="27343" y="45451"/>
                  </a:lnTo>
                  <a:lnTo>
                    <a:pt x="81706" y="122376"/>
                  </a:lnTo>
                  <a:lnTo>
                    <a:pt x="142780" y="194155"/>
                  </a:lnTo>
                  <a:lnTo>
                    <a:pt x="209975" y="260238"/>
                  </a:lnTo>
                  <a:lnTo>
                    <a:pt x="282704" y="320072"/>
                  </a:lnTo>
                  <a:lnTo>
                    <a:pt x="360377" y="373106"/>
                  </a:lnTo>
                  <a:lnTo>
                    <a:pt x="442407" y="418787"/>
                  </a:lnTo>
                  <a:lnTo>
                    <a:pt x="528205" y="456564"/>
                  </a:lnTo>
                  <a:lnTo>
                    <a:pt x="572333" y="472317"/>
                  </a:lnTo>
                  <a:lnTo>
                    <a:pt x="617182" y="485886"/>
                  </a:lnTo>
                  <a:lnTo>
                    <a:pt x="662679" y="497203"/>
                  </a:lnTo>
                  <a:lnTo>
                    <a:pt x="708751" y="506200"/>
                  </a:lnTo>
                  <a:lnTo>
                    <a:pt x="755323" y="512806"/>
                  </a:lnTo>
                  <a:lnTo>
                    <a:pt x="809989" y="517007"/>
                  </a:lnTo>
                  <a:lnTo>
                    <a:pt x="864958" y="516057"/>
                  </a:lnTo>
                  <a:lnTo>
                    <a:pt x="918666" y="508260"/>
                  </a:lnTo>
                  <a:lnTo>
                    <a:pt x="969548" y="491921"/>
                  </a:lnTo>
                  <a:lnTo>
                    <a:pt x="1016039" y="465345"/>
                  </a:lnTo>
                  <a:lnTo>
                    <a:pt x="1049985" y="434719"/>
                  </a:lnTo>
                  <a:lnTo>
                    <a:pt x="1077278" y="398237"/>
                  </a:lnTo>
                  <a:lnTo>
                    <a:pt x="1098065" y="357243"/>
                  </a:lnTo>
                  <a:lnTo>
                    <a:pt x="1112492" y="313076"/>
                  </a:lnTo>
                  <a:lnTo>
                    <a:pt x="1120705" y="267080"/>
                  </a:lnTo>
                  <a:lnTo>
                    <a:pt x="1122849" y="220597"/>
                  </a:lnTo>
                  <a:lnTo>
                    <a:pt x="1118741" y="170556"/>
                  </a:lnTo>
                  <a:lnTo>
                    <a:pt x="1108932" y="121459"/>
                  </a:lnTo>
                  <a:lnTo>
                    <a:pt x="1093952" y="73579"/>
                  </a:lnTo>
                  <a:lnTo>
                    <a:pt x="1074330" y="27190"/>
                  </a:lnTo>
                  <a:lnTo>
                    <a:pt x="1059869" y="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71142" y="2059304"/>
            <a:ext cx="15973425" cy="678275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The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Internet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of</a:t>
            </a:r>
            <a:r>
              <a:rPr sz="3350" spc="-8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Things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(IoT)</a:t>
            </a:r>
            <a:r>
              <a:rPr sz="3350" spc="-4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has</a:t>
            </a:r>
            <a:r>
              <a:rPr sz="3350" spc="-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revolutionized</a:t>
            </a:r>
            <a:r>
              <a:rPr sz="3350" spc="-4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the way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we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interact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with</a:t>
            </a:r>
            <a:r>
              <a:rPr sz="3350" spc="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our</a:t>
            </a:r>
            <a:endParaRPr sz="33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living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spaces,</a:t>
            </a:r>
            <a:r>
              <a:rPr sz="3350" spc="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giving</a:t>
            </a: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rise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to smart</a:t>
            </a:r>
            <a:r>
              <a:rPr sz="3350" spc="-1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home</a:t>
            </a:r>
            <a:r>
              <a:rPr sz="3350" spc="-1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automation</a:t>
            </a: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systems</a:t>
            </a:r>
            <a:r>
              <a:rPr sz="3350" spc="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that</a:t>
            </a:r>
            <a:r>
              <a:rPr sz="3350" spc="-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enhance</a:t>
            </a: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convenience,</a:t>
            </a:r>
            <a:endParaRPr sz="3350" dirty="0">
              <a:latin typeface="Times New Roman"/>
              <a:cs typeface="Times New Roman"/>
            </a:endParaRPr>
          </a:p>
          <a:p>
            <a:pPr marL="12700" marR="1191895">
              <a:lnSpc>
                <a:spcPct val="116900"/>
              </a:lnSpc>
              <a:spcBef>
                <a:spcPts val="10"/>
              </a:spcBef>
            </a:pP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security,</a:t>
            </a:r>
            <a:r>
              <a:rPr sz="3350" spc="-4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and</a:t>
            </a:r>
            <a:r>
              <a:rPr sz="3350" spc="-4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energy</a:t>
            </a:r>
            <a:r>
              <a:rPr sz="3350" spc="-5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efficiency.</a:t>
            </a:r>
            <a:r>
              <a:rPr sz="3350" spc="-5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Smart</a:t>
            </a:r>
            <a:r>
              <a:rPr sz="3350" spc="-5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home</a:t>
            </a:r>
            <a:r>
              <a:rPr sz="3350" spc="-4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automation</a:t>
            </a:r>
            <a:r>
              <a:rPr sz="3350" spc="-4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integrates</a:t>
            </a:r>
            <a:r>
              <a:rPr sz="3350" spc="-4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various</a:t>
            </a:r>
            <a:r>
              <a:rPr sz="3350" spc="-4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spc="-90" dirty="0">
                <a:solidFill>
                  <a:srgbClr val="331C2C"/>
                </a:solidFill>
                <a:latin typeface="Times New Roman"/>
                <a:cs typeface="Times New Roman"/>
              </a:rPr>
              <a:t>IoT-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enabled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devices</a:t>
            </a:r>
            <a:r>
              <a:rPr sz="3350" spc="-3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to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create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cohesive,</a:t>
            </a: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interconnected</a:t>
            </a:r>
            <a:r>
              <a:rPr sz="3350" spc="-4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environment,</a:t>
            </a:r>
            <a:r>
              <a:rPr sz="3350" spc="-3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enabling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homeowners</a:t>
            </a: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 to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control</a:t>
            </a:r>
            <a:r>
              <a:rPr sz="3350" spc="-3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and</a:t>
            </a:r>
            <a:r>
              <a:rPr sz="3350" spc="-1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monitor</a:t>
            </a:r>
            <a:r>
              <a:rPr sz="3350" spc="-1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appliances,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lighting,</a:t>
            </a:r>
            <a:r>
              <a:rPr sz="3350" spc="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and</a:t>
            </a:r>
            <a:r>
              <a:rPr sz="3350" spc="-1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other</a:t>
            </a:r>
            <a:r>
              <a:rPr sz="3350" spc="-1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home</a:t>
            </a: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features remotely.</a:t>
            </a:r>
            <a:endParaRPr sz="3350" dirty="0">
              <a:latin typeface="Times New Roman"/>
              <a:cs typeface="Times New Roman"/>
            </a:endParaRPr>
          </a:p>
          <a:p>
            <a:pPr marL="12700" marR="1175385">
              <a:lnSpc>
                <a:spcPct val="116900"/>
              </a:lnSpc>
              <a:spcBef>
                <a:spcPts val="5"/>
              </a:spcBef>
            </a:pP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This</a:t>
            </a:r>
            <a:r>
              <a:rPr sz="3350" spc="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project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focuses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on</a:t>
            </a:r>
            <a:r>
              <a:rPr sz="3350" spc="-1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developing</a:t>
            </a:r>
            <a:r>
              <a:rPr sz="3350" spc="-3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</a:t>
            </a:r>
            <a:r>
              <a:rPr sz="3350" spc="-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framework</a:t>
            </a:r>
            <a:r>
              <a:rPr sz="3350" spc="-3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for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smart</a:t>
            </a:r>
            <a:r>
              <a:rPr sz="3350" spc="-1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home</a:t>
            </a:r>
            <a:r>
              <a:rPr sz="3350" spc="-1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automation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integrated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with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cloud</a:t>
            </a:r>
            <a:r>
              <a:rPr sz="3350" spc="-4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technology.</a:t>
            </a:r>
            <a:r>
              <a:rPr sz="3350" spc="-5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Cloud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integration</a:t>
            </a:r>
            <a:r>
              <a:rPr sz="3350" spc="-3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plays</a:t>
            </a: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pivotal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role</a:t>
            </a:r>
            <a:r>
              <a:rPr sz="3350" spc="-3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by</a:t>
            </a: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offering</a:t>
            </a:r>
            <a:r>
              <a:rPr sz="3350" spc="-4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scalable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 data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storage,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advanced</a:t>
            </a: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analytics,</a:t>
            </a:r>
            <a:r>
              <a:rPr sz="3350" spc="-1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and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 real-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time</a:t>
            </a:r>
            <a:r>
              <a:rPr sz="3350" spc="-1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processing</a:t>
            </a:r>
            <a:r>
              <a:rPr sz="3350" spc="-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capabilities</a:t>
            </a:r>
            <a:endParaRPr sz="33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3350" dirty="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4850" b="1" spc="-50" dirty="0">
                <a:solidFill>
                  <a:srgbClr val="331C2C"/>
                </a:solidFill>
                <a:latin typeface="Times New Roman"/>
                <a:cs typeface="Times New Roman"/>
              </a:rPr>
              <a:t>3</a:t>
            </a:r>
            <a:endParaRPr sz="48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893224"/>
            <a:ext cx="18288000" cy="3394075"/>
            <a:chOff x="0" y="6893224"/>
            <a:chExt cx="18288000" cy="3394075"/>
          </a:xfrm>
        </p:grpSpPr>
        <p:sp>
          <p:nvSpPr>
            <p:cNvPr id="3" name="object 3"/>
            <p:cNvSpPr/>
            <p:nvPr/>
          </p:nvSpPr>
          <p:spPr>
            <a:xfrm>
              <a:off x="16949835" y="7871637"/>
              <a:ext cx="1338580" cy="2077085"/>
            </a:xfrm>
            <a:custGeom>
              <a:avLst/>
              <a:gdLst/>
              <a:ahLst/>
              <a:cxnLst/>
              <a:rect l="l" t="t" r="r" b="b"/>
              <a:pathLst>
                <a:path w="1338580" h="2077084">
                  <a:moveTo>
                    <a:pt x="1338164" y="2076901"/>
                  </a:moveTo>
                  <a:lnTo>
                    <a:pt x="1338164" y="376508"/>
                  </a:lnTo>
                  <a:lnTo>
                    <a:pt x="1263776" y="277335"/>
                  </a:lnTo>
                  <a:lnTo>
                    <a:pt x="1160036" y="158914"/>
                  </a:lnTo>
                  <a:lnTo>
                    <a:pt x="1081212" y="90898"/>
                  </a:lnTo>
                  <a:lnTo>
                    <a:pt x="1038356" y="62333"/>
                  </a:lnTo>
                  <a:lnTo>
                    <a:pt x="992962" y="38357"/>
                  </a:lnTo>
                  <a:lnTo>
                    <a:pt x="944847" y="19692"/>
                  </a:lnTo>
                  <a:lnTo>
                    <a:pt x="898483" y="7841"/>
                  </a:lnTo>
                  <a:lnTo>
                    <a:pt x="851460" y="1025"/>
                  </a:lnTo>
                  <a:lnTo>
                    <a:pt x="756070" y="0"/>
                  </a:lnTo>
                  <a:lnTo>
                    <a:pt x="659947" y="11616"/>
                  </a:lnTo>
                  <a:lnTo>
                    <a:pt x="422444" y="65556"/>
                  </a:lnTo>
                  <a:lnTo>
                    <a:pt x="282762" y="112297"/>
                  </a:lnTo>
                  <a:lnTo>
                    <a:pt x="197148" y="155390"/>
                  </a:lnTo>
                  <a:lnTo>
                    <a:pt x="158111" y="181678"/>
                  </a:lnTo>
                  <a:lnTo>
                    <a:pt x="122263" y="211643"/>
                  </a:lnTo>
                  <a:lnTo>
                    <a:pt x="90108" y="245673"/>
                  </a:lnTo>
                  <a:lnTo>
                    <a:pt x="62154" y="284156"/>
                  </a:lnTo>
                  <a:lnTo>
                    <a:pt x="39575" y="325970"/>
                  </a:lnTo>
                  <a:lnTo>
                    <a:pt x="22660" y="369905"/>
                  </a:lnTo>
                  <a:lnTo>
                    <a:pt x="10827" y="415573"/>
                  </a:lnTo>
                  <a:lnTo>
                    <a:pt x="3493" y="462589"/>
                  </a:lnTo>
                  <a:lnTo>
                    <a:pt x="0" y="559114"/>
                  </a:lnTo>
                  <a:lnTo>
                    <a:pt x="13965" y="704332"/>
                  </a:lnTo>
                  <a:lnTo>
                    <a:pt x="61396" y="949263"/>
                  </a:lnTo>
                  <a:lnTo>
                    <a:pt x="130452" y="1189002"/>
                  </a:lnTo>
                  <a:lnTo>
                    <a:pt x="220215" y="1418845"/>
                  </a:lnTo>
                  <a:lnTo>
                    <a:pt x="265991" y="1504373"/>
                  </a:lnTo>
                  <a:lnTo>
                    <a:pt x="322317" y="1581812"/>
                  </a:lnTo>
                  <a:lnTo>
                    <a:pt x="355358" y="1616136"/>
                  </a:lnTo>
                  <a:lnTo>
                    <a:pt x="392143" y="1646803"/>
                  </a:lnTo>
                  <a:lnTo>
                    <a:pt x="432595" y="1673313"/>
                  </a:lnTo>
                  <a:lnTo>
                    <a:pt x="475145" y="1695012"/>
                  </a:lnTo>
                  <a:lnTo>
                    <a:pt x="519508" y="1712597"/>
                  </a:lnTo>
                  <a:lnTo>
                    <a:pt x="612514" y="1738222"/>
                  </a:lnTo>
                  <a:lnTo>
                    <a:pt x="952779" y="1801027"/>
                  </a:lnTo>
                  <a:lnTo>
                    <a:pt x="1045199" y="1834428"/>
                  </a:lnTo>
                  <a:lnTo>
                    <a:pt x="1131002" y="1881186"/>
                  </a:lnTo>
                  <a:lnTo>
                    <a:pt x="1209272" y="1939488"/>
                  </a:lnTo>
                  <a:lnTo>
                    <a:pt x="1280162" y="2007669"/>
                  </a:lnTo>
                  <a:lnTo>
                    <a:pt x="1338164" y="2076901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962415" y="9835537"/>
              <a:ext cx="1177925" cy="451484"/>
            </a:xfrm>
            <a:custGeom>
              <a:avLst/>
              <a:gdLst/>
              <a:ahLst/>
              <a:cxnLst/>
              <a:rect l="l" t="t" r="r" b="b"/>
              <a:pathLst>
                <a:path w="1177925" h="451484">
                  <a:moveTo>
                    <a:pt x="1177605" y="451460"/>
                  </a:moveTo>
                  <a:lnTo>
                    <a:pt x="1124227" y="384704"/>
                  </a:lnTo>
                  <a:lnTo>
                    <a:pt x="1059090" y="315528"/>
                  </a:lnTo>
                  <a:lnTo>
                    <a:pt x="988486" y="251949"/>
                  </a:lnTo>
                  <a:lnTo>
                    <a:pt x="912945" y="194425"/>
                  </a:lnTo>
                  <a:lnTo>
                    <a:pt x="832997" y="143415"/>
                  </a:lnTo>
                  <a:lnTo>
                    <a:pt x="749174" y="99378"/>
                  </a:lnTo>
                  <a:lnTo>
                    <a:pt x="662006" y="62772"/>
                  </a:lnTo>
                  <a:lnTo>
                    <a:pt x="572024" y="34055"/>
                  </a:lnTo>
                  <a:lnTo>
                    <a:pt x="479757" y="13685"/>
                  </a:lnTo>
                  <a:lnTo>
                    <a:pt x="385738" y="2121"/>
                  </a:lnTo>
                  <a:lnTo>
                    <a:pt x="336221" y="0"/>
                  </a:lnTo>
                  <a:lnTo>
                    <a:pt x="286430" y="1563"/>
                  </a:lnTo>
                  <a:lnTo>
                    <a:pt x="237390" y="7835"/>
                  </a:lnTo>
                  <a:lnTo>
                    <a:pt x="190125" y="19840"/>
                  </a:lnTo>
                  <a:lnTo>
                    <a:pt x="145662" y="38603"/>
                  </a:lnTo>
                  <a:lnTo>
                    <a:pt x="105026" y="65147"/>
                  </a:lnTo>
                  <a:lnTo>
                    <a:pt x="69559" y="99871"/>
                  </a:lnTo>
                  <a:lnTo>
                    <a:pt x="41568" y="140653"/>
                  </a:lnTo>
                  <a:lnTo>
                    <a:pt x="20834" y="186042"/>
                  </a:lnTo>
                  <a:lnTo>
                    <a:pt x="7140" y="234589"/>
                  </a:lnTo>
                  <a:lnTo>
                    <a:pt x="268" y="284847"/>
                  </a:lnTo>
                  <a:lnTo>
                    <a:pt x="0" y="335364"/>
                  </a:lnTo>
                  <a:lnTo>
                    <a:pt x="5489" y="382766"/>
                  </a:lnTo>
                  <a:lnTo>
                    <a:pt x="15738" y="429216"/>
                  </a:lnTo>
                  <a:lnTo>
                    <a:pt x="22911" y="451457"/>
                  </a:lnTo>
                  <a:lnTo>
                    <a:pt x="1177605" y="45146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893224"/>
              <a:ext cx="3025775" cy="3394075"/>
            </a:xfrm>
            <a:custGeom>
              <a:avLst/>
              <a:gdLst/>
              <a:ahLst/>
              <a:cxnLst/>
              <a:rect l="l" t="t" r="r" b="b"/>
              <a:pathLst>
                <a:path w="3025775" h="3394075">
                  <a:moveTo>
                    <a:pt x="180449" y="7524"/>
                  </a:moveTo>
                  <a:lnTo>
                    <a:pt x="131250" y="0"/>
                  </a:lnTo>
                  <a:lnTo>
                    <a:pt x="89100" y="7252"/>
                  </a:lnTo>
                  <a:lnTo>
                    <a:pt x="52706" y="28239"/>
                  </a:lnTo>
                  <a:lnTo>
                    <a:pt x="21421" y="60098"/>
                  </a:lnTo>
                  <a:lnTo>
                    <a:pt x="5" y="91929"/>
                  </a:lnTo>
                  <a:lnTo>
                    <a:pt x="0" y="3393773"/>
                  </a:lnTo>
                  <a:lnTo>
                    <a:pt x="3025318" y="3393779"/>
                  </a:lnTo>
                  <a:lnTo>
                    <a:pt x="2995744" y="3359010"/>
                  </a:lnTo>
                  <a:lnTo>
                    <a:pt x="2961439" y="3324444"/>
                  </a:lnTo>
                  <a:lnTo>
                    <a:pt x="2924479" y="3292806"/>
                  </a:lnTo>
                  <a:lnTo>
                    <a:pt x="2884856" y="3264373"/>
                  </a:lnTo>
                  <a:lnTo>
                    <a:pt x="2842565" y="3239426"/>
                  </a:lnTo>
                  <a:lnTo>
                    <a:pt x="2795974" y="3217257"/>
                  </a:lnTo>
                  <a:lnTo>
                    <a:pt x="2747946" y="3198723"/>
                  </a:lnTo>
                  <a:lnTo>
                    <a:pt x="2698860" y="3182832"/>
                  </a:lnTo>
                  <a:lnTo>
                    <a:pt x="2649097" y="3168594"/>
                  </a:lnTo>
                  <a:lnTo>
                    <a:pt x="2549062" y="3141110"/>
                  </a:lnTo>
                  <a:lnTo>
                    <a:pt x="2499552" y="3125883"/>
                  </a:lnTo>
                  <a:lnTo>
                    <a:pt x="2450886" y="3108344"/>
                  </a:lnTo>
                  <a:lnTo>
                    <a:pt x="2405104" y="3088397"/>
                  </a:lnTo>
                  <a:lnTo>
                    <a:pt x="2360875" y="3065348"/>
                  </a:lnTo>
                  <a:lnTo>
                    <a:pt x="2318330" y="3039363"/>
                  </a:lnTo>
                  <a:lnTo>
                    <a:pt x="2277597" y="3010608"/>
                  </a:lnTo>
                  <a:lnTo>
                    <a:pt x="2238807" y="2979246"/>
                  </a:lnTo>
                  <a:lnTo>
                    <a:pt x="2202088" y="2945443"/>
                  </a:lnTo>
                  <a:lnTo>
                    <a:pt x="2167571" y="2909363"/>
                  </a:lnTo>
                  <a:lnTo>
                    <a:pt x="2135385" y="2871172"/>
                  </a:lnTo>
                  <a:lnTo>
                    <a:pt x="2105659" y="2831035"/>
                  </a:lnTo>
                  <a:lnTo>
                    <a:pt x="2078523" y="2789116"/>
                  </a:lnTo>
                  <a:lnTo>
                    <a:pt x="2054107" y="2745581"/>
                  </a:lnTo>
                  <a:lnTo>
                    <a:pt x="2032540" y="2700593"/>
                  </a:lnTo>
                  <a:lnTo>
                    <a:pt x="2013951" y="2654319"/>
                  </a:lnTo>
                  <a:lnTo>
                    <a:pt x="1998470" y="2606923"/>
                  </a:lnTo>
                  <a:lnTo>
                    <a:pt x="1986227" y="2558570"/>
                  </a:lnTo>
                  <a:lnTo>
                    <a:pt x="1977352" y="2509426"/>
                  </a:lnTo>
                  <a:lnTo>
                    <a:pt x="1971843" y="2462411"/>
                  </a:lnTo>
                  <a:lnTo>
                    <a:pt x="1968532" y="2414772"/>
                  </a:lnTo>
                  <a:lnTo>
                    <a:pt x="1966875" y="2366687"/>
                  </a:lnTo>
                  <a:lnTo>
                    <a:pt x="1966327" y="2318334"/>
                  </a:lnTo>
                  <a:lnTo>
                    <a:pt x="1966374" y="2221542"/>
                  </a:lnTo>
                  <a:lnTo>
                    <a:pt x="1965880" y="2173460"/>
                  </a:lnTo>
                  <a:lnTo>
                    <a:pt x="1964313" y="2125825"/>
                  </a:lnTo>
                  <a:lnTo>
                    <a:pt x="1961128" y="2078816"/>
                  </a:lnTo>
                  <a:lnTo>
                    <a:pt x="1955781" y="2032611"/>
                  </a:lnTo>
                  <a:lnTo>
                    <a:pt x="1947726" y="1987389"/>
                  </a:lnTo>
                  <a:lnTo>
                    <a:pt x="1936417" y="1943329"/>
                  </a:lnTo>
                  <a:lnTo>
                    <a:pt x="1921310" y="1900609"/>
                  </a:lnTo>
                  <a:lnTo>
                    <a:pt x="1901859" y="1859408"/>
                  </a:lnTo>
                  <a:lnTo>
                    <a:pt x="1877520" y="1819905"/>
                  </a:lnTo>
                  <a:lnTo>
                    <a:pt x="1846939" y="1781639"/>
                  </a:lnTo>
                  <a:lnTo>
                    <a:pt x="1812273" y="1747694"/>
                  </a:lnTo>
                  <a:lnTo>
                    <a:pt x="1774027" y="1717824"/>
                  </a:lnTo>
                  <a:lnTo>
                    <a:pt x="1732708" y="1691784"/>
                  </a:lnTo>
                  <a:lnTo>
                    <a:pt x="1055204" y="1555714"/>
                  </a:lnTo>
                  <a:lnTo>
                    <a:pt x="1007130" y="1544950"/>
                  </a:lnTo>
                  <a:lnTo>
                    <a:pt x="959627" y="1531503"/>
                  </a:lnTo>
                  <a:lnTo>
                    <a:pt x="914569" y="1515629"/>
                  </a:lnTo>
                  <a:lnTo>
                    <a:pt x="870883" y="1497073"/>
                  </a:lnTo>
                  <a:lnTo>
                    <a:pt x="828588" y="1475958"/>
                  </a:lnTo>
                  <a:lnTo>
                    <a:pt x="787707" y="1452406"/>
                  </a:lnTo>
                  <a:lnTo>
                    <a:pt x="748259" y="1426542"/>
                  </a:lnTo>
                  <a:lnTo>
                    <a:pt x="710267" y="1398488"/>
                  </a:lnTo>
                  <a:lnTo>
                    <a:pt x="673750" y="1368367"/>
                  </a:lnTo>
                  <a:lnTo>
                    <a:pt x="638731" y="1336301"/>
                  </a:lnTo>
                  <a:lnTo>
                    <a:pt x="605229" y="1302414"/>
                  </a:lnTo>
                  <a:lnTo>
                    <a:pt x="573266" y="1266828"/>
                  </a:lnTo>
                  <a:lnTo>
                    <a:pt x="542864" y="1229667"/>
                  </a:lnTo>
                  <a:lnTo>
                    <a:pt x="514042" y="1191053"/>
                  </a:lnTo>
                  <a:lnTo>
                    <a:pt x="486822" y="1151109"/>
                  </a:lnTo>
                  <a:lnTo>
                    <a:pt x="461225" y="1109959"/>
                  </a:lnTo>
                  <a:lnTo>
                    <a:pt x="437271" y="1067725"/>
                  </a:lnTo>
                  <a:lnTo>
                    <a:pt x="414983" y="1024530"/>
                  </a:lnTo>
                  <a:lnTo>
                    <a:pt x="394380" y="980497"/>
                  </a:lnTo>
                  <a:lnTo>
                    <a:pt x="375484" y="935749"/>
                  </a:lnTo>
                  <a:lnTo>
                    <a:pt x="358316" y="890409"/>
                  </a:lnTo>
                  <a:lnTo>
                    <a:pt x="342896" y="844599"/>
                  </a:lnTo>
                  <a:lnTo>
                    <a:pt x="329246" y="798443"/>
                  </a:lnTo>
                  <a:lnTo>
                    <a:pt x="316992" y="750888"/>
                  </a:lnTo>
                  <a:lnTo>
                    <a:pt x="306222" y="703027"/>
                  </a:lnTo>
                  <a:lnTo>
                    <a:pt x="296858" y="654896"/>
                  </a:lnTo>
                  <a:lnTo>
                    <a:pt x="288827" y="606530"/>
                  </a:lnTo>
                  <a:lnTo>
                    <a:pt x="282051" y="557963"/>
                  </a:lnTo>
                  <a:lnTo>
                    <a:pt x="276454" y="509233"/>
                  </a:lnTo>
                  <a:lnTo>
                    <a:pt x="271962" y="460373"/>
                  </a:lnTo>
                  <a:lnTo>
                    <a:pt x="268497" y="411420"/>
                  </a:lnTo>
                  <a:lnTo>
                    <a:pt x="265984" y="362409"/>
                  </a:lnTo>
                  <a:lnTo>
                    <a:pt x="264348" y="313375"/>
                  </a:lnTo>
                  <a:lnTo>
                    <a:pt x="263512" y="264353"/>
                  </a:lnTo>
                  <a:lnTo>
                    <a:pt x="263796" y="223173"/>
                  </a:lnTo>
                  <a:lnTo>
                    <a:pt x="263804" y="179351"/>
                  </a:lnTo>
                  <a:lnTo>
                    <a:pt x="261271" y="135370"/>
                  </a:lnTo>
                  <a:lnTo>
                    <a:pt x="253933" y="93713"/>
                  </a:lnTo>
                  <a:lnTo>
                    <a:pt x="239526" y="56865"/>
                  </a:lnTo>
                  <a:lnTo>
                    <a:pt x="215786" y="27307"/>
                  </a:lnTo>
                  <a:lnTo>
                    <a:pt x="180449" y="7524"/>
                  </a:lnTo>
                  <a:close/>
                </a:path>
                <a:path w="3025775" h="3394075">
                  <a:moveTo>
                    <a:pt x="1497734" y="1610449"/>
                  </a:moveTo>
                  <a:lnTo>
                    <a:pt x="1448607" y="1602239"/>
                  </a:lnTo>
                  <a:lnTo>
                    <a:pt x="1399492" y="1595842"/>
                  </a:lnTo>
                  <a:lnTo>
                    <a:pt x="1350163" y="1590561"/>
                  </a:lnTo>
                  <a:lnTo>
                    <a:pt x="1201877" y="1576662"/>
                  </a:lnTo>
                  <a:lnTo>
                    <a:pt x="1152676" y="1571096"/>
                  </a:lnTo>
                  <a:lnTo>
                    <a:pt x="1103752" y="1564271"/>
                  </a:lnTo>
                  <a:lnTo>
                    <a:pt x="1055204" y="1555714"/>
                  </a:lnTo>
                  <a:lnTo>
                    <a:pt x="1722503" y="1686562"/>
                  </a:lnTo>
                  <a:lnTo>
                    <a:pt x="1688822" y="1669328"/>
                  </a:lnTo>
                  <a:lnTo>
                    <a:pt x="1642875" y="1650212"/>
                  </a:lnTo>
                  <a:lnTo>
                    <a:pt x="1595809" y="1634337"/>
                  </a:lnTo>
                  <a:lnTo>
                    <a:pt x="1596191" y="1634412"/>
                  </a:lnTo>
                  <a:lnTo>
                    <a:pt x="1546825" y="1621018"/>
                  </a:lnTo>
                  <a:lnTo>
                    <a:pt x="1497734" y="1610449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52" y="9049969"/>
              <a:ext cx="17038320" cy="49530"/>
            </a:xfrm>
            <a:custGeom>
              <a:avLst/>
              <a:gdLst/>
              <a:ahLst/>
              <a:cxnLst/>
              <a:rect l="l" t="t" r="r" b="b"/>
              <a:pathLst>
                <a:path w="17038320" h="49529">
                  <a:moveTo>
                    <a:pt x="0" y="49403"/>
                  </a:moveTo>
                  <a:lnTo>
                    <a:pt x="5393383" y="0"/>
                  </a:lnTo>
                </a:path>
                <a:path w="17038320" h="49529">
                  <a:moveTo>
                    <a:pt x="14092375" y="0"/>
                  </a:moveTo>
                  <a:lnTo>
                    <a:pt x="17038013" y="0"/>
                  </a:lnTo>
                </a:path>
              </a:pathLst>
            </a:custGeom>
            <a:ln w="38100">
              <a:solidFill>
                <a:srgbClr val="A782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496664" y="8470392"/>
              <a:ext cx="1159510" cy="1159510"/>
            </a:xfrm>
            <a:custGeom>
              <a:avLst/>
              <a:gdLst/>
              <a:ahLst/>
              <a:cxnLst/>
              <a:rect l="l" t="t" r="r" b="b"/>
              <a:pathLst>
                <a:path w="1159509" h="1159509">
                  <a:moveTo>
                    <a:pt x="579500" y="0"/>
                  </a:moveTo>
                  <a:lnTo>
                    <a:pt x="531974" y="1921"/>
                  </a:lnTo>
                  <a:lnTo>
                    <a:pt x="485505" y="7585"/>
                  </a:lnTo>
                  <a:lnTo>
                    <a:pt x="440243" y="16842"/>
                  </a:lnTo>
                  <a:lnTo>
                    <a:pt x="396337" y="29544"/>
                  </a:lnTo>
                  <a:lnTo>
                    <a:pt x="353937" y="45542"/>
                  </a:lnTo>
                  <a:lnTo>
                    <a:pt x="313191" y="64686"/>
                  </a:lnTo>
                  <a:lnTo>
                    <a:pt x="274248" y="86828"/>
                  </a:lnTo>
                  <a:lnTo>
                    <a:pt x="237259" y="111817"/>
                  </a:lnTo>
                  <a:lnTo>
                    <a:pt x="202371" y="139506"/>
                  </a:lnTo>
                  <a:lnTo>
                    <a:pt x="169735" y="169745"/>
                  </a:lnTo>
                  <a:lnTo>
                    <a:pt x="139499" y="202384"/>
                  </a:lnTo>
                  <a:lnTo>
                    <a:pt x="111812" y="237275"/>
                  </a:lnTo>
                  <a:lnTo>
                    <a:pt x="86824" y="274269"/>
                  </a:lnTo>
                  <a:lnTo>
                    <a:pt x="64684" y="313217"/>
                  </a:lnTo>
                  <a:lnTo>
                    <a:pt x="45541" y="353969"/>
                  </a:lnTo>
                  <a:lnTo>
                    <a:pt x="29544" y="396376"/>
                  </a:lnTo>
                  <a:lnTo>
                    <a:pt x="16842" y="440290"/>
                  </a:lnTo>
                  <a:lnTo>
                    <a:pt x="7584" y="485560"/>
                  </a:lnTo>
                  <a:lnTo>
                    <a:pt x="1921" y="532039"/>
                  </a:lnTo>
                  <a:lnTo>
                    <a:pt x="0" y="579577"/>
                  </a:lnTo>
                  <a:lnTo>
                    <a:pt x="1921" y="627107"/>
                  </a:lnTo>
                  <a:lnTo>
                    <a:pt x="7584" y="673579"/>
                  </a:lnTo>
                  <a:lnTo>
                    <a:pt x="16842" y="718844"/>
                  </a:lnTo>
                  <a:lnTo>
                    <a:pt x="29544" y="762753"/>
                  </a:lnTo>
                  <a:lnTo>
                    <a:pt x="45541" y="805155"/>
                  </a:lnTo>
                  <a:lnTo>
                    <a:pt x="64684" y="845903"/>
                  </a:lnTo>
                  <a:lnTo>
                    <a:pt x="86824" y="884847"/>
                  </a:lnTo>
                  <a:lnTo>
                    <a:pt x="111812" y="921838"/>
                  </a:lnTo>
                  <a:lnTo>
                    <a:pt x="139499" y="956727"/>
                  </a:lnTo>
                  <a:lnTo>
                    <a:pt x="169735" y="989364"/>
                  </a:lnTo>
                  <a:lnTo>
                    <a:pt x="202371" y="1019601"/>
                  </a:lnTo>
                  <a:lnTo>
                    <a:pt x="237259" y="1047289"/>
                  </a:lnTo>
                  <a:lnTo>
                    <a:pt x="274248" y="1072277"/>
                  </a:lnTo>
                  <a:lnTo>
                    <a:pt x="313191" y="1094418"/>
                  </a:lnTo>
                  <a:lnTo>
                    <a:pt x="353937" y="1113561"/>
                  </a:lnTo>
                  <a:lnTo>
                    <a:pt x="396337" y="1129559"/>
                  </a:lnTo>
                  <a:lnTo>
                    <a:pt x="440243" y="1142261"/>
                  </a:lnTo>
                  <a:lnTo>
                    <a:pt x="485505" y="1151518"/>
                  </a:lnTo>
                  <a:lnTo>
                    <a:pt x="531974" y="1157182"/>
                  </a:lnTo>
                  <a:lnTo>
                    <a:pt x="579500" y="1159103"/>
                  </a:lnTo>
                  <a:lnTo>
                    <a:pt x="627027" y="1157182"/>
                  </a:lnTo>
                  <a:lnTo>
                    <a:pt x="673496" y="1151518"/>
                  </a:lnTo>
                  <a:lnTo>
                    <a:pt x="718758" y="1142261"/>
                  </a:lnTo>
                  <a:lnTo>
                    <a:pt x="762664" y="1129559"/>
                  </a:lnTo>
                  <a:lnTo>
                    <a:pt x="805064" y="1113561"/>
                  </a:lnTo>
                  <a:lnTo>
                    <a:pt x="845810" y="1094418"/>
                  </a:lnTo>
                  <a:lnTo>
                    <a:pt x="884753" y="1072277"/>
                  </a:lnTo>
                  <a:lnTo>
                    <a:pt x="921742" y="1047289"/>
                  </a:lnTo>
                  <a:lnTo>
                    <a:pt x="956630" y="1019601"/>
                  </a:lnTo>
                  <a:lnTo>
                    <a:pt x="989266" y="989364"/>
                  </a:lnTo>
                  <a:lnTo>
                    <a:pt x="1019502" y="956727"/>
                  </a:lnTo>
                  <a:lnTo>
                    <a:pt x="1047189" y="921838"/>
                  </a:lnTo>
                  <a:lnTo>
                    <a:pt x="1072177" y="884847"/>
                  </a:lnTo>
                  <a:lnTo>
                    <a:pt x="1094317" y="845903"/>
                  </a:lnTo>
                  <a:lnTo>
                    <a:pt x="1113460" y="805155"/>
                  </a:lnTo>
                  <a:lnTo>
                    <a:pt x="1129457" y="762753"/>
                  </a:lnTo>
                  <a:lnTo>
                    <a:pt x="1142159" y="718844"/>
                  </a:lnTo>
                  <a:lnTo>
                    <a:pt x="1151417" y="673579"/>
                  </a:lnTo>
                  <a:lnTo>
                    <a:pt x="1157080" y="627107"/>
                  </a:lnTo>
                  <a:lnTo>
                    <a:pt x="1159002" y="579577"/>
                  </a:lnTo>
                  <a:lnTo>
                    <a:pt x="1157080" y="532039"/>
                  </a:lnTo>
                  <a:lnTo>
                    <a:pt x="1151417" y="485560"/>
                  </a:lnTo>
                  <a:lnTo>
                    <a:pt x="1142159" y="440290"/>
                  </a:lnTo>
                  <a:lnTo>
                    <a:pt x="1129457" y="396376"/>
                  </a:lnTo>
                  <a:lnTo>
                    <a:pt x="1113460" y="353969"/>
                  </a:lnTo>
                  <a:lnTo>
                    <a:pt x="1094317" y="313217"/>
                  </a:lnTo>
                  <a:lnTo>
                    <a:pt x="1072177" y="274269"/>
                  </a:lnTo>
                  <a:lnTo>
                    <a:pt x="1047189" y="237275"/>
                  </a:lnTo>
                  <a:lnTo>
                    <a:pt x="1019502" y="202384"/>
                  </a:lnTo>
                  <a:lnTo>
                    <a:pt x="989266" y="169745"/>
                  </a:lnTo>
                  <a:lnTo>
                    <a:pt x="956630" y="139506"/>
                  </a:lnTo>
                  <a:lnTo>
                    <a:pt x="921742" y="111817"/>
                  </a:lnTo>
                  <a:lnTo>
                    <a:pt x="884753" y="86828"/>
                  </a:lnTo>
                  <a:lnTo>
                    <a:pt x="845810" y="64686"/>
                  </a:lnTo>
                  <a:lnTo>
                    <a:pt x="805064" y="45542"/>
                  </a:lnTo>
                  <a:lnTo>
                    <a:pt x="762664" y="29544"/>
                  </a:lnTo>
                  <a:lnTo>
                    <a:pt x="718758" y="16842"/>
                  </a:lnTo>
                  <a:lnTo>
                    <a:pt x="673496" y="7585"/>
                  </a:lnTo>
                  <a:lnTo>
                    <a:pt x="627027" y="1921"/>
                  </a:lnTo>
                  <a:lnTo>
                    <a:pt x="579500" y="0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dirty="0"/>
              <a:t>By</a:t>
            </a:r>
            <a:r>
              <a:rPr spc="20" dirty="0"/>
              <a:t> </a:t>
            </a:r>
            <a:r>
              <a:rPr dirty="0"/>
              <a:t>leveraging</a:t>
            </a:r>
            <a:r>
              <a:rPr spc="1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dirty="0"/>
              <a:t>cloud,</a:t>
            </a:r>
            <a:r>
              <a:rPr spc="5" dirty="0"/>
              <a:t> </a:t>
            </a:r>
            <a:r>
              <a:rPr dirty="0"/>
              <a:t>smart</a:t>
            </a:r>
            <a:r>
              <a:rPr spc="10" dirty="0"/>
              <a:t> </a:t>
            </a:r>
            <a:r>
              <a:rPr dirty="0"/>
              <a:t>home</a:t>
            </a:r>
            <a:r>
              <a:rPr spc="10" dirty="0"/>
              <a:t> </a:t>
            </a:r>
            <a:r>
              <a:rPr dirty="0"/>
              <a:t>systems</a:t>
            </a:r>
            <a:r>
              <a:rPr spc="20" dirty="0"/>
              <a:t> </a:t>
            </a:r>
            <a:r>
              <a:rPr dirty="0"/>
              <a:t>can</a:t>
            </a:r>
            <a:r>
              <a:rPr spc="15" dirty="0"/>
              <a:t> </a:t>
            </a:r>
            <a:r>
              <a:rPr dirty="0"/>
              <a:t>provide</a:t>
            </a:r>
            <a:r>
              <a:rPr spc="20" dirty="0"/>
              <a:t> </a:t>
            </a:r>
            <a:r>
              <a:rPr dirty="0"/>
              <a:t>enhanced</a:t>
            </a:r>
            <a:r>
              <a:rPr spc="5" dirty="0"/>
              <a:t> </a:t>
            </a:r>
            <a:r>
              <a:rPr dirty="0"/>
              <a:t>functionality,</a:t>
            </a:r>
            <a:r>
              <a:rPr spc="25" dirty="0"/>
              <a:t> </a:t>
            </a:r>
            <a:r>
              <a:rPr spc="-10" dirty="0"/>
              <a:t>including </a:t>
            </a:r>
            <a:r>
              <a:rPr dirty="0"/>
              <a:t>remote</a:t>
            </a:r>
            <a:r>
              <a:rPr spc="-20" dirty="0"/>
              <a:t> </a:t>
            </a:r>
            <a:r>
              <a:rPr dirty="0"/>
              <a:t>access, predictive</a:t>
            </a:r>
            <a:r>
              <a:rPr spc="-20" dirty="0"/>
              <a:t> </a:t>
            </a:r>
            <a:r>
              <a:rPr dirty="0"/>
              <a:t>automation,</a:t>
            </a:r>
            <a:r>
              <a:rPr spc="-3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seamless</a:t>
            </a:r>
            <a:r>
              <a:rPr spc="10" dirty="0"/>
              <a:t> </a:t>
            </a:r>
            <a:r>
              <a:rPr dirty="0"/>
              <a:t>device</a:t>
            </a:r>
            <a:r>
              <a:rPr spc="-15" dirty="0"/>
              <a:t> </a:t>
            </a:r>
            <a:r>
              <a:rPr spc="-10" dirty="0"/>
              <a:t>synchronization.</a:t>
            </a:r>
          </a:p>
          <a:p>
            <a:pPr marL="12700" marR="803910">
              <a:lnSpc>
                <a:spcPct val="116900"/>
              </a:lnSpc>
              <a:spcBef>
                <a:spcPts val="5"/>
              </a:spcBef>
            </a:pPr>
            <a:r>
              <a:rPr dirty="0"/>
              <a:t>The</a:t>
            </a:r>
            <a:r>
              <a:rPr spc="-25" dirty="0"/>
              <a:t> </a:t>
            </a:r>
            <a:r>
              <a:rPr dirty="0"/>
              <a:t>proposed</a:t>
            </a:r>
            <a:r>
              <a:rPr spc="-40" dirty="0"/>
              <a:t> </a:t>
            </a:r>
            <a:r>
              <a:rPr dirty="0"/>
              <a:t>framework</a:t>
            </a:r>
            <a:r>
              <a:rPr spc="-35" dirty="0"/>
              <a:t> </a:t>
            </a:r>
            <a:r>
              <a:rPr dirty="0"/>
              <a:t>addresses</a:t>
            </a:r>
            <a:r>
              <a:rPr spc="-20" dirty="0"/>
              <a:t> </a:t>
            </a:r>
            <a:r>
              <a:rPr dirty="0"/>
              <a:t>key</a:t>
            </a:r>
            <a:r>
              <a:rPr spc="-25" dirty="0"/>
              <a:t> </a:t>
            </a:r>
            <a:r>
              <a:rPr dirty="0"/>
              <a:t>challenges</a:t>
            </a:r>
            <a:r>
              <a:rPr spc="-15" dirty="0"/>
              <a:t> </a:t>
            </a:r>
            <a:r>
              <a:rPr dirty="0"/>
              <a:t>such</a:t>
            </a:r>
            <a:r>
              <a:rPr spc="-10" dirty="0"/>
              <a:t> </a:t>
            </a:r>
            <a:r>
              <a:rPr dirty="0"/>
              <a:t>as</a:t>
            </a:r>
            <a:r>
              <a:rPr spc="-10" dirty="0"/>
              <a:t> </a:t>
            </a:r>
            <a:r>
              <a:rPr dirty="0"/>
              <a:t>interoperability</a:t>
            </a:r>
            <a:r>
              <a:rPr spc="-25" dirty="0"/>
              <a:t> </a:t>
            </a:r>
            <a:r>
              <a:rPr spc="-10" dirty="0"/>
              <a:t>between </a:t>
            </a:r>
            <a:r>
              <a:rPr dirty="0"/>
              <a:t>devices,</a:t>
            </a:r>
            <a:r>
              <a:rPr spc="-45" dirty="0"/>
              <a:t> </a:t>
            </a:r>
            <a:r>
              <a:rPr dirty="0"/>
              <a:t>data</a:t>
            </a:r>
            <a:r>
              <a:rPr spc="-20" dirty="0"/>
              <a:t> </a:t>
            </a:r>
            <a:r>
              <a:rPr spc="-10" dirty="0"/>
              <a:t>security,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system</a:t>
            </a:r>
            <a:r>
              <a:rPr spc="-20" dirty="0"/>
              <a:t> </a:t>
            </a:r>
            <a:r>
              <a:rPr spc="-10" dirty="0"/>
              <a:t>scalability.</a:t>
            </a:r>
            <a:r>
              <a:rPr spc="-20" dirty="0"/>
              <a:t> </a:t>
            </a:r>
            <a:r>
              <a:rPr dirty="0"/>
              <a:t>It</a:t>
            </a:r>
            <a:r>
              <a:rPr spc="-30" dirty="0"/>
              <a:t> </a:t>
            </a:r>
            <a:r>
              <a:rPr dirty="0"/>
              <a:t>highlights</a:t>
            </a:r>
            <a:r>
              <a:rPr spc="-2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integration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5" dirty="0"/>
              <a:t>IoT</a:t>
            </a:r>
            <a:r>
              <a:rPr spc="835" dirty="0"/>
              <a:t> </a:t>
            </a:r>
            <a:r>
              <a:rPr dirty="0"/>
              <a:t>devices</a:t>
            </a:r>
            <a:r>
              <a:rPr spc="-15" dirty="0"/>
              <a:t> </a:t>
            </a:r>
            <a:r>
              <a:rPr dirty="0"/>
              <a:t>with</a:t>
            </a:r>
            <a:r>
              <a:rPr spc="15" dirty="0"/>
              <a:t> </a:t>
            </a:r>
            <a:r>
              <a:rPr dirty="0"/>
              <a:t>a </a:t>
            </a:r>
            <a:r>
              <a:rPr spc="-10" dirty="0"/>
              <a:t>cloud-</a:t>
            </a:r>
            <a:r>
              <a:rPr dirty="0"/>
              <a:t>based</a:t>
            </a:r>
            <a:r>
              <a:rPr spc="-25" dirty="0"/>
              <a:t> </a:t>
            </a:r>
            <a:r>
              <a:rPr dirty="0"/>
              <a:t>infrastructure</a:t>
            </a:r>
            <a:r>
              <a:rPr spc="-20" dirty="0"/>
              <a:t> </a:t>
            </a:r>
            <a:r>
              <a:rPr dirty="0"/>
              <a:t>to achieve</a:t>
            </a:r>
            <a:r>
              <a:rPr spc="-15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dirty="0"/>
              <a:t>robust</a:t>
            </a:r>
            <a:r>
              <a:rPr spc="-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25" dirty="0"/>
              <a:t>user-</a:t>
            </a:r>
            <a:r>
              <a:rPr dirty="0"/>
              <a:t>friendly</a:t>
            </a:r>
            <a:r>
              <a:rPr spc="-15" dirty="0"/>
              <a:t> </a:t>
            </a:r>
            <a:r>
              <a:rPr spc="-10" dirty="0"/>
              <a:t>solution.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196710" y="795274"/>
            <a:ext cx="5895340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10" dirty="0"/>
              <a:t>INTRODUCTION</a:t>
            </a:r>
          </a:p>
        </p:txBody>
      </p:sp>
      <p:sp>
        <p:nvSpPr>
          <p:cNvPr id="10" name="object 10"/>
          <p:cNvSpPr/>
          <p:nvPr/>
        </p:nvSpPr>
        <p:spPr>
          <a:xfrm>
            <a:off x="14636091" y="-1"/>
            <a:ext cx="3652520" cy="3553460"/>
          </a:xfrm>
          <a:custGeom>
            <a:avLst/>
            <a:gdLst/>
            <a:ahLst/>
            <a:cxnLst/>
            <a:rect l="l" t="t" r="r" b="b"/>
            <a:pathLst>
              <a:path w="3652519" h="3553460">
                <a:moveTo>
                  <a:pt x="3644823" y="3553300"/>
                </a:moveTo>
                <a:lnTo>
                  <a:pt x="3651903" y="3553230"/>
                </a:lnTo>
                <a:lnTo>
                  <a:pt x="3651907" y="0"/>
                </a:lnTo>
                <a:lnTo>
                  <a:pt x="0" y="0"/>
                </a:lnTo>
                <a:lnTo>
                  <a:pt x="6839" y="52723"/>
                </a:lnTo>
                <a:lnTo>
                  <a:pt x="14443" y="101394"/>
                </a:lnTo>
                <a:lnTo>
                  <a:pt x="23393" y="149749"/>
                </a:lnTo>
                <a:lnTo>
                  <a:pt x="33857" y="197731"/>
                </a:lnTo>
                <a:lnTo>
                  <a:pt x="45998" y="245287"/>
                </a:lnTo>
                <a:lnTo>
                  <a:pt x="59985" y="292359"/>
                </a:lnTo>
                <a:lnTo>
                  <a:pt x="75981" y="338892"/>
                </a:lnTo>
                <a:lnTo>
                  <a:pt x="94298" y="384880"/>
                </a:lnTo>
                <a:lnTo>
                  <a:pt x="115114" y="430039"/>
                </a:lnTo>
                <a:lnTo>
                  <a:pt x="138390" y="474093"/>
                </a:lnTo>
                <a:lnTo>
                  <a:pt x="164089" y="516766"/>
                </a:lnTo>
                <a:lnTo>
                  <a:pt x="192169" y="557781"/>
                </a:lnTo>
                <a:lnTo>
                  <a:pt x="222594" y="596863"/>
                </a:lnTo>
                <a:lnTo>
                  <a:pt x="255324" y="633734"/>
                </a:lnTo>
                <a:lnTo>
                  <a:pt x="290319" y="668118"/>
                </a:lnTo>
                <a:lnTo>
                  <a:pt x="327542" y="699740"/>
                </a:lnTo>
                <a:lnTo>
                  <a:pt x="366954" y="728322"/>
                </a:lnTo>
                <a:lnTo>
                  <a:pt x="408514" y="753588"/>
                </a:lnTo>
                <a:lnTo>
                  <a:pt x="452186" y="775263"/>
                </a:lnTo>
                <a:lnTo>
                  <a:pt x="497929" y="793069"/>
                </a:lnTo>
                <a:lnTo>
                  <a:pt x="547467" y="807442"/>
                </a:lnTo>
                <a:lnTo>
                  <a:pt x="597838" y="817997"/>
                </a:lnTo>
                <a:lnTo>
                  <a:pt x="648828" y="825773"/>
                </a:lnTo>
                <a:lnTo>
                  <a:pt x="700219" y="831811"/>
                </a:lnTo>
                <a:lnTo>
                  <a:pt x="803344" y="842824"/>
                </a:lnTo>
                <a:lnTo>
                  <a:pt x="854645" y="849877"/>
                </a:lnTo>
                <a:lnTo>
                  <a:pt x="905485" y="859348"/>
                </a:lnTo>
                <a:lnTo>
                  <a:pt x="953868" y="871659"/>
                </a:lnTo>
                <a:lnTo>
                  <a:pt x="1001217" y="887280"/>
                </a:lnTo>
                <a:lnTo>
                  <a:pt x="1047378" y="906069"/>
                </a:lnTo>
                <a:lnTo>
                  <a:pt x="1092196" y="927883"/>
                </a:lnTo>
                <a:lnTo>
                  <a:pt x="1135518" y="952582"/>
                </a:lnTo>
                <a:lnTo>
                  <a:pt x="1177189" y="980023"/>
                </a:lnTo>
                <a:lnTo>
                  <a:pt x="1217054" y="1010065"/>
                </a:lnTo>
                <a:lnTo>
                  <a:pt x="1254959" y="1042565"/>
                </a:lnTo>
                <a:lnTo>
                  <a:pt x="1290750" y="1077381"/>
                </a:lnTo>
                <a:lnTo>
                  <a:pt x="1324272" y="1114373"/>
                </a:lnTo>
                <a:lnTo>
                  <a:pt x="1355371" y="1153397"/>
                </a:lnTo>
                <a:lnTo>
                  <a:pt x="1383893" y="1194312"/>
                </a:lnTo>
                <a:lnTo>
                  <a:pt x="1409683" y="1236976"/>
                </a:lnTo>
                <a:lnTo>
                  <a:pt x="1432587" y="1281248"/>
                </a:lnTo>
                <a:lnTo>
                  <a:pt x="1452451" y="1326985"/>
                </a:lnTo>
                <a:lnTo>
                  <a:pt x="1469120" y="1374045"/>
                </a:lnTo>
                <a:lnTo>
                  <a:pt x="1482124" y="1419546"/>
                </a:lnTo>
                <a:lnTo>
                  <a:pt x="1493060" y="1466017"/>
                </a:lnTo>
                <a:lnTo>
                  <a:pt x="1502436" y="1513194"/>
                </a:lnTo>
                <a:lnTo>
                  <a:pt x="1510761" y="1560813"/>
                </a:lnTo>
                <a:lnTo>
                  <a:pt x="1526296" y="1656322"/>
                </a:lnTo>
                <a:lnTo>
                  <a:pt x="1534524" y="1703683"/>
                </a:lnTo>
                <a:lnTo>
                  <a:pt x="1543739" y="1750431"/>
                </a:lnTo>
                <a:lnTo>
                  <a:pt x="1554449" y="1796300"/>
                </a:lnTo>
                <a:lnTo>
                  <a:pt x="1567163" y="1841028"/>
                </a:lnTo>
                <a:lnTo>
                  <a:pt x="1582391" y="1884350"/>
                </a:lnTo>
                <a:lnTo>
                  <a:pt x="1600642" y="1926002"/>
                </a:lnTo>
                <a:lnTo>
                  <a:pt x="1622425" y="1965720"/>
                </a:lnTo>
                <a:lnTo>
                  <a:pt x="1648249" y="2003240"/>
                </a:lnTo>
                <a:lnTo>
                  <a:pt x="1678623" y="2038298"/>
                </a:lnTo>
                <a:lnTo>
                  <a:pt x="1714956" y="2071130"/>
                </a:lnTo>
                <a:lnTo>
                  <a:pt x="1754625" y="2099042"/>
                </a:lnTo>
                <a:lnTo>
                  <a:pt x="1797169" y="2122356"/>
                </a:lnTo>
                <a:lnTo>
                  <a:pt x="1842129" y="2141397"/>
                </a:lnTo>
                <a:lnTo>
                  <a:pt x="2532500" y="2166583"/>
                </a:lnTo>
                <a:lnTo>
                  <a:pt x="2581666" y="2169465"/>
                </a:lnTo>
                <a:lnTo>
                  <a:pt x="2630700" y="2175085"/>
                </a:lnTo>
                <a:lnTo>
                  <a:pt x="2677712" y="2183494"/>
                </a:lnTo>
                <a:lnTo>
                  <a:pt x="2723803" y="2194769"/>
                </a:lnTo>
                <a:lnTo>
                  <a:pt x="2768933" y="2208794"/>
                </a:lnTo>
                <a:lnTo>
                  <a:pt x="2813060" y="2225450"/>
                </a:lnTo>
                <a:lnTo>
                  <a:pt x="2856146" y="2244618"/>
                </a:lnTo>
                <a:lnTo>
                  <a:pt x="2898148" y="2266182"/>
                </a:lnTo>
                <a:lnTo>
                  <a:pt x="2939026" y="2290023"/>
                </a:lnTo>
                <a:lnTo>
                  <a:pt x="2978740" y="2316024"/>
                </a:lnTo>
                <a:lnTo>
                  <a:pt x="3017250" y="2344065"/>
                </a:lnTo>
                <a:lnTo>
                  <a:pt x="3054515" y="2374031"/>
                </a:lnTo>
                <a:lnTo>
                  <a:pt x="3090495" y="2405802"/>
                </a:lnTo>
                <a:lnTo>
                  <a:pt x="3125149" y="2439261"/>
                </a:lnTo>
                <a:lnTo>
                  <a:pt x="3158436" y="2474290"/>
                </a:lnTo>
                <a:lnTo>
                  <a:pt x="3190316" y="2510770"/>
                </a:lnTo>
                <a:lnTo>
                  <a:pt x="3220749" y="2548585"/>
                </a:lnTo>
                <a:lnTo>
                  <a:pt x="3249694" y="2587616"/>
                </a:lnTo>
                <a:lnTo>
                  <a:pt x="3277111" y="2627745"/>
                </a:lnTo>
                <a:lnTo>
                  <a:pt x="3302958" y="2668854"/>
                </a:lnTo>
                <a:lnTo>
                  <a:pt x="3327197" y="2710826"/>
                </a:lnTo>
                <a:lnTo>
                  <a:pt x="3349785" y="2753542"/>
                </a:lnTo>
                <a:lnTo>
                  <a:pt x="3370684" y="2796885"/>
                </a:lnTo>
                <a:lnTo>
                  <a:pt x="3390430" y="2841833"/>
                </a:lnTo>
                <a:lnTo>
                  <a:pt x="3408762" y="2887321"/>
                </a:lnTo>
                <a:lnTo>
                  <a:pt x="3425749" y="2933303"/>
                </a:lnTo>
                <a:lnTo>
                  <a:pt x="3441460" y="2979732"/>
                </a:lnTo>
                <a:lnTo>
                  <a:pt x="3455964" y="3026559"/>
                </a:lnTo>
                <a:lnTo>
                  <a:pt x="3469330" y="3073739"/>
                </a:lnTo>
                <a:lnTo>
                  <a:pt x="3481629" y="3121223"/>
                </a:lnTo>
                <a:lnTo>
                  <a:pt x="3492928" y="3168966"/>
                </a:lnTo>
                <a:lnTo>
                  <a:pt x="3503297" y="3216919"/>
                </a:lnTo>
                <a:lnTo>
                  <a:pt x="3512805" y="3265036"/>
                </a:lnTo>
                <a:lnTo>
                  <a:pt x="3521522" y="3313269"/>
                </a:lnTo>
                <a:lnTo>
                  <a:pt x="3527871" y="3353945"/>
                </a:lnTo>
                <a:lnTo>
                  <a:pt x="3534918" y="3397184"/>
                </a:lnTo>
                <a:lnTo>
                  <a:pt x="3544498" y="3440171"/>
                </a:lnTo>
                <a:lnTo>
                  <a:pt x="3558444" y="3480090"/>
                </a:lnTo>
                <a:lnTo>
                  <a:pt x="3578591" y="3514129"/>
                </a:lnTo>
                <a:lnTo>
                  <a:pt x="3606772" y="3539470"/>
                </a:lnTo>
                <a:lnTo>
                  <a:pt x="3644823" y="3553300"/>
                </a:lnTo>
                <a:close/>
              </a:path>
              <a:path w="3652519" h="3553460">
                <a:moveTo>
                  <a:pt x="2087062" y="2183820"/>
                </a:moveTo>
                <a:lnTo>
                  <a:pt x="2136855" y="2184012"/>
                </a:lnTo>
                <a:lnTo>
                  <a:pt x="2186345" y="2182416"/>
                </a:lnTo>
                <a:lnTo>
                  <a:pt x="2235866" y="2179686"/>
                </a:lnTo>
                <a:lnTo>
                  <a:pt x="2384411" y="2169527"/>
                </a:lnTo>
                <a:lnTo>
                  <a:pt x="2433852" y="2167098"/>
                </a:lnTo>
                <a:lnTo>
                  <a:pt x="2483222" y="2165956"/>
                </a:lnTo>
                <a:lnTo>
                  <a:pt x="2532500" y="2166583"/>
                </a:lnTo>
                <a:lnTo>
                  <a:pt x="1853039" y="2144906"/>
                </a:lnTo>
                <a:lnTo>
                  <a:pt x="1889045" y="2156488"/>
                </a:lnTo>
                <a:lnTo>
                  <a:pt x="1937456" y="2167953"/>
                </a:lnTo>
                <a:lnTo>
                  <a:pt x="1986450" y="2176039"/>
                </a:lnTo>
                <a:lnTo>
                  <a:pt x="1986061" y="2176027"/>
                </a:lnTo>
                <a:lnTo>
                  <a:pt x="2036925" y="2181295"/>
                </a:lnTo>
                <a:lnTo>
                  <a:pt x="2087062" y="2183820"/>
                </a:lnTo>
                <a:close/>
              </a:path>
            </a:pathLst>
          </a:custGeom>
          <a:solidFill>
            <a:srgbClr val="CEB3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0" y="0"/>
            <a:ext cx="1198245" cy="2308860"/>
            <a:chOff x="0" y="0"/>
            <a:chExt cx="1198245" cy="2308860"/>
          </a:xfrm>
        </p:grpSpPr>
        <p:sp>
          <p:nvSpPr>
            <p:cNvPr id="12" name="object 12"/>
            <p:cNvSpPr/>
            <p:nvPr/>
          </p:nvSpPr>
          <p:spPr>
            <a:xfrm>
              <a:off x="0" y="415999"/>
              <a:ext cx="1144270" cy="1892935"/>
            </a:xfrm>
            <a:custGeom>
              <a:avLst/>
              <a:gdLst/>
              <a:ahLst/>
              <a:cxnLst/>
              <a:rect l="l" t="t" r="r" b="b"/>
              <a:pathLst>
                <a:path w="1144270" h="1892935">
                  <a:moveTo>
                    <a:pt x="0" y="0"/>
                  </a:moveTo>
                  <a:lnTo>
                    <a:pt x="0" y="1658009"/>
                  </a:lnTo>
                  <a:lnTo>
                    <a:pt x="61612" y="1731358"/>
                  </a:lnTo>
                  <a:lnTo>
                    <a:pt x="131601" y="1796917"/>
                  </a:lnTo>
                  <a:lnTo>
                    <a:pt x="169970" y="1824817"/>
                  </a:lnTo>
                  <a:lnTo>
                    <a:pt x="210847" y="1848588"/>
                  </a:lnTo>
                  <a:lnTo>
                    <a:pt x="254428" y="1867574"/>
                  </a:lnTo>
                  <a:lnTo>
                    <a:pt x="301991" y="1881468"/>
                  </a:lnTo>
                  <a:lnTo>
                    <a:pt x="350535" y="1889618"/>
                  </a:lnTo>
                  <a:lnTo>
                    <a:pt x="399818" y="1892835"/>
                  </a:lnTo>
                  <a:lnTo>
                    <a:pt x="499635" y="1887710"/>
                  </a:lnTo>
                  <a:lnTo>
                    <a:pt x="697135" y="1853659"/>
                  </a:lnTo>
                  <a:lnTo>
                    <a:pt x="841835" y="1816157"/>
                  </a:lnTo>
                  <a:lnTo>
                    <a:pt x="932213" y="1778964"/>
                  </a:lnTo>
                  <a:lnTo>
                    <a:pt x="973774" y="1755212"/>
                  </a:lnTo>
                  <a:lnTo>
                    <a:pt x="1012115" y="1727355"/>
                  </a:lnTo>
                  <a:lnTo>
                    <a:pt x="1046636" y="1694895"/>
                  </a:lnTo>
                  <a:lnTo>
                    <a:pt x="1076737" y="1657332"/>
                  </a:lnTo>
                  <a:lnTo>
                    <a:pt x="1101510" y="1614832"/>
                  </a:lnTo>
                  <a:lnTo>
                    <a:pt x="1119869" y="1569653"/>
                  </a:lnTo>
                  <a:lnTo>
                    <a:pt x="1132556" y="1522332"/>
                  </a:lnTo>
                  <a:lnTo>
                    <a:pt x="1140313" y="1473407"/>
                  </a:lnTo>
                  <a:lnTo>
                    <a:pt x="1143881" y="1423417"/>
                  </a:lnTo>
                  <a:lnTo>
                    <a:pt x="1141418" y="1322392"/>
                  </a:lnTo>
                  <a:lnTo>
                    <a:pt x="1124436" y="1173604"/>
                  </a:lnTo>
                  <a:lnTo>
                    <a:pt x="1088144" y="977766"/>
                  </a:lnTo>
                  <a:lnTo>
                    <a:pt x="1036853" y="785295"/>
                  </a:lnTo>
                  <a:lnTo>
                    <a:pt x="968834" y="595314"/>
                  </a:lnTo>
                  <a:lnTo>
                    <a:pt x="922140" y="504796"/>
                  </a:lnTo>
                  <a:lnTo>
                    <a:pt x="893754" y="463171"/>
                  </a:lnTo>
                  <a:lnTo>
                    <a:pt x="861293" y="424940"/>
                  </a:lnTo>
                  <a:lnTo>
                    <a:pt x="824220" y="390829"/>
                  </a:lnTo>
                  <a:lnTo>
                    <a:pt x="784868" y="362957"/>
                  </a:lnTo>
                  <a:lnTo>
                    <a:pt x="743065" y="340127"/>
                  </a:lnTo>
                  <a:lnTo>
                    <a:pt x="699181" y="321536"/>
                  </a:lnTo>
                  <a:lnTo>
                    <a:pt x="606652" y="293858"/>
                  </a:lnTo>
                  <a:lnTo>
                    <a:pt x="364827" y="242598"/>
                  </a:lnTo>
                  <a:lnTo>
                    <a:pt x="271669" y="212391"/>
                  </a:lnTo>
                  <a:lnTo>
                    <a:pt x="227542" y="192260"/>
                  </a:lnTo>
                  <a:lnTo>
                    <a:pt x="185567" y="168767"/>
                  </a:lnTo>
                  <a:lnTo>
                    <a:pt x="107947" y="112621"/>
                  </a:lnTo>
                  <a:lnTo>
                    <a:pt x="38563" y="45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205" y="0"/>
              <a:ext cx="1123315" cy="517525"/>
            </a:xfrm>
            <a:custGeom>
              <a:avLst/>
              <a:gdLst/>
              <a:ahLst/>
              <a:cxnLst/>
              <a:rect l="l" t="t" r="r" b="b"/>
              <a:pathLst>
                <a:path w="1123315" h="517525">
                  <a:moveTo>
                    <a:pt x="1059869" y="0"/>
                  </a:moveTo>
                  <a:lnTo>
                    <a:pt x="0" y="0"/>
                  </a:lnTo>
                  <a:lnTo>
                    <a:pt x="27343" y="45451"/>
                  </a:lnTo>
                  <a:lnTo>
                    <a:pt x="81706" y="122376"/>
                  </a:lnTo>
                  <a:lnTo>
                    <a:pt x="142780" y="194155"/>
                  </a:lnTo>
                  <a:lnTo>
                    <a:pt x="209975" y="260238"/>
                  </a:lnTo>
                  <a:lnTo>
                    <a:pt x="282704" y="320072"/>
                  </a:lnTo>
                  <a:lnTo>
                    <a:pt x="360377" y="373106"/>
                  </a:lnTo>
                  <a:lnTo>
                    <a:pt x="442407" y="418787"/>
                  </a:lnTo>
                  <a:lnTo>
                    <a:pt x="528205" y="456564"/>
                  </a:lnTo>
                  <a:lnTo>
                    <a:pt x="572333" y="472317"/>
                  </a:lnTo>
                  <a:lnTo>
                    <a:pt x="617182" y="485886"/>
                  </a:lnTo>
                  <a:lnTo>
                    <a:pt x="662679" y="497203"/>
                  </a:lnTo>
                  <a:lnTo>
                    <a:pt x="708751" y="506200"/>
                  </a:lnTo>
                  <a:lnTo>
                    <a:pt x="755323" y="512806"/>
                  </a:lnTo>
                  <a:lnTo>
                    <a:pt x="809989" y="517007"/>
                  </a:lnTo>
                  <a:lnTo>
                    <a:pt x="864958" y="516057"/>
                  </a:lnTo>
                  <a:lnTo>
                    <a:pt x="918666" y="508260"/>
                  </a:lnTo>
                  <a:lnTo>
                    <a:pt x="969548" y="491921"/>
                  </a:lnTo>
                  <a:lnTo>
                    <a:pt x="1016039" y="465345"/>
                  </a:lnTo>
                  <a:lnTo>
                    <a:pt x="1049985" y="434719"/>
                  </a:lnTo>
                  <a:lnTo>
                    <a:pt x="1077278" y="398237"/>
                  </a:lnTo>
                  <a:lnTo>
                    <a:pt x="1098065" y="357243"/>
                  </a:lnTo>
                  <a:lnTo>
                    <a:pt x="1112492" y="313076"/>
                  </a:lnTo>
                  <a:lnTo>
                    <a:pt x="1120705" y="267080"/>
                  </a:lnTo>
                  <a:lnTo>
                    <a:pt x="1122849" y="220597"/>
                  </a:lnTo>
                  <a:lnTo>
                    <a:pt x="1118741" y="170556"/>
                  </a:lnTo>
                  <a:lnTo>
                    <a:pt x="1108932" y="121459"/>
                  </a:lnTo>
                  <a:lnTo>
                    <a:pt x="1093952" y="73579"/>
                  </a:lnTo>
                  <a:lnTo>
                    <a:pt x="1074330" y="27190"/>
                  </a:lnTo>
                  <a:lnTo>
                    <a:pt x="1059869" y="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6911065" y="8569249"/>
            <a:ext cx="334010" cy="765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50" b="1" spc="-50" dirty="0">
                <a:solidFill>
                  <a:srgbClr val="331C2C"/>
                </a:solidFill>
                <a:latin typeface="Times New Roman"/>
                <a:cs typeface="Times New Roman"/>
              </a:rPr>
              <a:t>4</a:t>
            </a:r>
            <a:endParaRPr sz="4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6280"/>
            <a:ext cx="18307050" cy="10287000"/>
            <a:chOff x="-19050" y="-1"/>
            <a:chExt cx="18307050" cy="10287000"/>
          </a:xfrm>
        </p:grpSpPr>
        <p:sp>
          <p:nvSpPr>
            <p:cNvPr id="3" name="object 3"/>
            <p:cNvSpPr/>
            <p:nvPr/>
          </p:nvSpPr>
          <p:spPr>
            <a:xfrm>
              <a:off x="16949835" y="7871637"/>
              <a:ext cx="1338580" cy="2077085"/>
            </a:xfrm>
            <a:custGeom>
              <a:avLst/>
              <a:gdLst/>
              <a:ahLst/>
              <a:cxnLst/>
              <a:rect l="l" t="t" r="r" b="b"/>
              <a:pathLst>
                <a:path w="1338580" h="2077084">
                  <a:moveTo>
                    <a:pt x="1338164" y="2076901"/>
                  </a:moveTo>
                  <a:lnTo>
                    <a:pt x="1338164" y="376508"/>
                  </a:lnTo>
                  <a:lnTo>
                    <a:pt x="1263776" y="277335"/>
                  </a:lnTo>
                  <a:lnTo>
                    <a:pt x="1160036" y="158914"/>
                  </a:lnTo>
                  <a:lnTo>
                    <a:pt x="1081212" y="90898"/>
                  </a:lnTo>
                  <a:lnTo>
                    <a:pt x="1038356" y="62333"/>
                  </a:lnTo>
                  <a:lnTo>
                    <a:pt x="992962" y="38357"/>
                  </a:lnTo>
                  <a:lnTo>
                    <a:pt x="944847" y="19692"/>
                  </a:lnTo>
                  <a:lnTo>
                    <a:pt x="898483" y="7841"/>
                  </a:lnTo>
                  <a:lnTo>
                    <a:pt x="851460" y="1025"/>
                  </a:lnTo>
                  <a:lnTo>
                    <a:pt x="756070" y="0"/>
                  </a:lnTo>
                  <a:lnTo>
                    <a:pt x="659947" y="11616"/>
                  </a:lnTo>
                  <a:lnTo>
                    <a:pt x="422444" y="65556"/>
                  </a:lnTo>
                  <a:lnTo>
                    <a:pt x="282762" y="112297"/>
                  </a:lnTo>
                  <a:lnTo>
                    <a:pt x="197148" y="155390"/>
                  </a:lnTo>
                  <a:lnTo>
                    <a:pt x="158111" y="181678"/>
                  </a:lnTo>
                  <a:lnTo>
                    <a:pt x="122263" y="211643"/>
                  </a:lnTo>
                  <a:lnTo>
                    <a:pt x="90108" y="245673"/>
                  </a:lnTo>
                  <a:lnTo>
                    <a:pt x="62154" y="284156"/>
                  </a:lnTo>
                  <a:lnTo>
                    <a:pt x="39575" y="325970"/>
                  </a:lnTo>
                  <a:lnTo>
                    <a:pt x="22660" y="369905"/>
                  </a:lnTo>
                  <a:lnTo>
                    <a:pt x="10827" y="415573"/>
                  </a:lnTo>
                  <a:lnTo>
                    <a:pt x="3493" y="462589"/>
                  </a:lnTo>
                  <a:lnTo>
                    <a:pt x="0" y="559114"/>
                  </a:lnTo>
                  <a:lnTo>
                    <a:pt x="13965" y="704332"/>
                  </a:lnTo>
                  <a:lnTo>
                    <a:pt x="61396" y="949263"/>
                  </a:lnTo>
                  <a:lnTo>
                    <a:pt x="130452" y="1189002"/>
                  </a:lnTo>
                  <a:lnTo>
                    <a:pt x="220215" y="1418845"/>
                  </a:lnTo>
                  <a:lnTo>
                    <a:pt x="265991" y="1504373"/>
                  </a:lnTo>
                  <a:lnTo>
                    <a:pt x="322317" y="1581812"/>
                  </a:lnTo>
                  <a:lnTo>
                    <a:pt x="355358" y="1616136"/>
                  </a:lnTo>
                  <a:lnTo>
                    <a:pt x="392143" y="1646803"/>
                  </a:lnTo>
                  <a:lnTo>
                    <a:pt x="432595" y="1673313"/>
                  </a:lnTo>
                  <a:lnTo>
                    <a:pt x="475145" y="1695012"/>
                  </a:lnTo>
                  <a:lnTo>
                    <a:pt x="519508" y="1712597"/>
                  </a:lnTo>
                  <a:lnTo>
                    <a:pt x="612514" y="1738222"/>
                  </a:lnTo>
                  <a:lnTo>
                    <a:pt x="952779" y="1801027"/>
                  </a:lnTo>
                  <a:lnTo>
                    <a:pt x="1045199" y="1834428"/>
                  </a:lnTo>
                  <a:lnTo>
                    <a:pt x="1131002" y="1881186"/>
                  </a:lnTo>
                  <a:lnTo>
                    <a:pt x="1209272" y="1939488"/>
                  </a:lnTo>
                  <a:lnTo>
                    <a:pt x="1280162" y="2007669"/>
                  </a:lnTo>
                  <a:lnTo>
                    <a:pt x="1338164" y="2076901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962415" y="9835537"/>
              <a:ext cx="1177925" cy="451484"/>
            </a:xfrm>
            <a:custGeom>
              <a:avLst/>
              <a:gdLst/>
              <a:ahLst/>
              <a:cxnLst/>
              <a:rect l="l" t="t" r="r" b="b"/>
              <a:pathLst>
                <a:path w="1177925" h="451484">
                  <a:moveTo>
                    <a:pt x="1177605" y="451460"/>
                  </a:moveTo>
                  <a:lnTo>
                    <a:pt x="1124227" y="384704"/>
                  </a:lnTo>
                  <a:lnTo>
                    <a:pt x="1059090" y="315528"/>
                  </a:lnTo>
                  <a:lnTo>
                    <a:pt x="988486" y="251949"/>
                  </a:lnTo>
                  <a:lnTo>
                    <a:pt x="912945" y="194425"/>
                  </a:lnTo>
                  <a:lnTo>
                    <a:pt x="832997" y="143415"/>
                  </a:lnTo>
                  <a:lnTo>
                    <a:pt x="749174" y="99378"/>
                  </a:lnTo>
                  <a:lnTo>
                    <a:pt x="662006" y="62772"/>
                  </a:lnTo>
                  <a:lnTo>
                    <a:pt x="572024" y="34055"/>
                  </a:lnTo>
                  <a:lnTo>
                    <a:pt x="479757" y="13685"/>
                  </a:lnTo>
                  <a:lnTo>
                    <a:pt x="385738" y="2121"/>
                  </a:lnTo>
                  <a:lnTo>
                    <a:pt x="336221" y="0"/>
                  </a:lnTo>
                  <a:lnTo>
                    <a:pt x="286430" y="1563"/>
                  </a:lnTo>
                  <a:lnTo>
                    <a:pt x="237390" y="7835"/>
                  </a:lnTo>
                  <a:lnTo>
                    <a:pt x="190125" y="19840"/>
                  </a:lnTo>
                  <a:lnTo>
                    <a:pt x="145662" y="38603"/>
                  </a:lnTo>
                  <a:lnTo>
                    <a:pt x="105026" y="65147"/>
                  </a:lnTo>
                  <a:lnTo>
                    <a:pt x="69559" y="99871"/>
                  </a:lnTo>
                  <a:lnTo>
                    <a:pt x="41568" y="140653"/>
                  </a:lnTo>
                  <a:lnTo>
                    <a:pt x="20834" y="186042"/>
                  </a:lnTo>
                  <a:lnTo>
                    <a:pt x="7140" y="234589"/>
                  </a:lnTo>
                  <a:lnTo>
                    <a:pt x="268" y="284847"/>
                  </a:lnTo>
                  <a:lnTo>
                    <a:pt x="0" y="335364"/>
                  </a:lnTo>
                  <a:lnTo>
                    <a:pt x="5489" y="382766"/>
                  </a:lnTo>
                  <a:lnTo>
                    <a:pt x="15738" y="429216"/>
                  </a:lnTo>
                  <a:lnTo>
                    <a:pt x="22911" y="451457"/>
                  </a:lnTo>
                  <a:lnTo>
                    <a:pt x="1177605" y="45146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3025317" y="10287000"/>
                  </a:moveTo>
                  <a:lnTo>
                    <a:pt x="2995739" y="10252240"/>
                  </a:lnTo>
                  <a:lnTo>
                    <a:pt x="2961436" y="10217671"/>
                  </a:lnTo>
                  <a:lnTo>
                    <a:pt x="2924467" y="10186035"/>
                  </a:lnTo>
                  <a:lnTo>
                    <a:pt x="2884855" y="10157600"/>
                  </a:lnTo>
                  <a:lnTo>
                    <a:pt x="2842564" y="10132657"/>
                  </a:lnTo>
                  <a:lnTo>
                    <a:pt x="2795968" y="10110483"/>
                  </a:lnTo>
                  <a:lnTo>
                    <a:pt x="2747937" y="10091953"/>
                  </a:lnTo>
                  <a:lnTo>
                    <a:pt x="2698851" y="10076066"/>
                  </a:lnTo>
                  <a:lnTo>
                    <a:pt x="2649093" y="10061829"/>
                  </a:lnTo>
                  <a:lnTo>
                    <a:pt x="2549055" y="10034346"/>
                  </a:lnTo>
                  <a:lnTo>
                    <a:pt x="2499550" y="10019119"/>
                  </a:lnTo>
                  <a:lnTo>
                    <a:pt x="2450884" y="10001580"/>
                  </a:lnTo>
                  <a:lnTo>
                    <a:pt x="2405100" y="9981628"/>
                  </a:lnTo>
                  <a:lnTo>
                    <a:pt x="2360866" y="9958578"/>
                  </a:lnTo>
                  <a:lnTo>
                    <a:pt x="2318321" y="9932594"/>
                  </a:lnTo>
                  <a:lnTo>
                    <a:pt x="2277592" y="9903841"/>
                  </a:lnTo>
                  <a:lnTo>
                    <a:pt x="2238806" y="9872472"/>
                  </a:lnTo>
                  <a:lnTo>
                    <a:pt x="2202078" y="9838677"/>
                  </a:lnTo>
                  <a:lnTo>
                    <a:pt x="2167559" y="9802597"/>
                  </a:lnTo>
                  <a:lnTo>
                    <a:pt x="2135378" y="9764408"/>
                  </a:lnTo>
                  <a:lnTo>
                    <a:pt x="2105647" y="9724263"/>
                  </a:lnTo>
                  <a:lnTo>
                    <a:pt x="2078520" y="9682353"/>
                  </a:lnTo>
                  <a:lnTo>
                    <a:pt x="2054098" y="9638817"/>
                  </a:lnTo>
                  <a:lnTo>
                    <a:pt x="2032533" y="9593821"/>
                  </a:lnTo>
                  <a:lnTo>
                    <a:pt x="2013940" y="9547555"/>
                  </a:lnTo>
                  <a:lnTo>
                    <a:pt x="1998459" y="9500159"/>
                  </a:lnTo>
                  <a:lnTo>
                    <a:pt x="1986216" y="9451797"/>
                  </a:lnTo>
                  <a:lnTo>
                    <a:pt x="1977351" y="9402661"/>
                  </a:lnTo>
                  <a:lnTo>
                    <a:pt x="1971840" y="9355645"/>
                  </a:lnTo>
                  <a:lnTo>
                    <a:pt x="1968525" y="9308008"/>
                  </a:lnTo>
                  <a:lnTo>
                    <a:pt x="1966874" y="9259913"/>
                  </a:lnTo>
                  <a:lnTo>
                    <a:pt x="1966315" y="9211564"/>
                  </a:lnTo>
                  <a:lnTo>
                    <a:pt x="1966366" y="9114777"/>
                  </a:lnTo>
                  <a:lnTo>
                    <a:pt x="1965871" y="9066695"/>
                  </a:lnTo>
                  <a:lnTo>
                    <a:pt x="1964309" y="9019057"/>
                  </a:lnTo>
                  <a:lnTo>
                    <a:pt x="1961121" y="8972042"/>
                  </a:lnTo>
                  <a:lnTo>
                    <a:pt x="1955774" y="8925839"/>
                  </a:lnTo>
                  <a:lnTo>
                    <a:pt x="1947722" y="8880615"/>
                  </a:lnTo>
                  <a:lnTo>
                    <a:pt x="1936407" y="8836558"/>
                  </a:lnTo>
                  <a:lnTo>
                    <a:pt x="1921306" y="8793836"/>
                  </a:lnTo>
                  <a:lnTo>
                    <a:pt x="1901850" y="8752637"/>
                  </a:lnTo>
                  <a:lnTo>
                    <a:pt x="1877517" y="8713140"/>
                  </a:lnTo>
                  <a:lnTo>
                    <a:pt x="1846935" y="8674875"/>
                  </a:lnTo>
                  <a:lnTo>
                    <a:pt x="1812264" y="8640928"/>
                  </a:lnTo>
                  <a:lnTo>
                    <a:pt x="1774024" y="8611057"/>
                  </a:lnTo>
                  <a:lnTo>
                    <a:pt x="1732699" y="8585009"/>
                  </a:lnTo>
                  <a:lnTo>
                    <a:pt x="1688820" y="8562556"/>
                  </a:lnTo>
                  <a:lnTo>
                    <a:pt x="1642872" y="8543442"/>
                  </a:lnTo>
                  <a:lnTo>
                    <a:pt x="1595805" y="8527567"/>
                  </a:lnTo>
                  <a:lnTo>
                    <a:pt x="1596186" y="8527644"/>
                  </a:lnTo>
                  <a:lnTo>
                    <a:pt x="1546821" y="8514245"/>
                  </a:lnTo>
                  <a:lnTo>
                    <a:pt x="1497723" y="8503679"/>
                  </a:lnTo>
                  <a:lnTo>
                    <a:pt x="1448600" y="8495474"/>
                  </a:lnTo>
                  <a:lnTo>
                    <a:pt x="1399489" y="8489074"/>
                  </a:lnTo>
                  <a:lnTo>
                    <a:pt x="1350162" y="8483790"/>
                  </a:lnTo>
                  <a:lnTo>
                    <a:pt x="1201877" y="8469897"/>
                  </a:lnTo>
                  <a:lnTo>
                    <a:pt x="1152664" y="8464321"/>
                  </a:lnTo>
                  <a:lnTo>
                    <a:pt x="1103744" y="8457501"/>
                  </a:lnTo>
                  <a:lnTo>
                    <a:pt x="1055192" y="8448942"/>
                  </a:lnTo>
                  <a:lnTo>
                    <a:pt x="1007122" y="8438185"/>
                  </a:lnTo>
                  <a:lnTo>
                    <a:pt x="959624" y="8424735"/>
                  </a:lnTo>
                  <a:lnTo>
                    <a:pt x="914565" y="8408860"/>
                  </a:lnTo>
                  <a:lnTo>
                    <a:pt x="870877" y="8390306"/>
                  </a:lnTo>
                  <a:lnTo>
                    <a:pt x="828586" y="8369186"/>
                  </a:lnTo>
                  <a:lnTo>
                    <a:pt x="787704" y="8345640"/>
                  </a:lnTo>
                  <a:lnTo>
                    <a:pt x="748258" y="8319770"/>
                  </a:lnTo>
                  <a:lnTo>
                    <a:pt x="710260" y="8291716"/>
                  </a:lnTo>
                  <a:lnTo>
                    <a:pt x="673747" y="8261604"/>
                  </a:lnTo>
                  <a:lnTo>
                    <a:pt x="638721" y="8229536"/>
                  </a:lnTo>
                  <a:lnTo>
                    <a:pt x="605218" y="8195640"/>
                  </a:lnTo>
                  <a:lnTo>
                    <a:pt x="573265" y="8160055"/>
                  </a:lnTo>
                  <a:lnTo>
                    <a:pt x="542861" y="8122894"/>
                  </a:lnTo>
                  <a:lnTo>
                    <a:pt x="514032" y="8084286"/>
                  </a:lnTo>
                  <a:lnTo>
                    <a:pt x="486816" y="8044345"/>
                  </a:lnTo>
                  <a:lnTo>
                    <a:pt x="461213" y="8003197"/>
                  </a:lnTo>
                  <a:lnTo>
                    <a:pt x="437261" y="7960957"/>
                  </a:lnTo>
                  <a:lnTo>
                    <a:pt x="414972" y="7917764"/>
                  </a:lnTo>
                  <a:lnTo>
                    <a:pt x="394373" y="7873733"/>
                  </a:lnTo>
                  <a:lnTo>
                    <a:pt x="375475" y="7828978"/>
                  </a:lnTo>
                  <a:lnTo>
                    <a:pt x="358305" y="7783639"/>
                  </a:lnTo>
                  <a:lnTo>
                    <a:pt x="342887" y="7737830"/>
                  </a:lnTo>
                  <a:lnTo>
                    <a:pt x="329234" y="7691679"/>
                  </a:lnTo>
                  <a:lnTo>
                    <a:pt x="316992" y="7644117"/>
                  </a:lnTo>
                  <a:lnTo>
                    <a:pt x="306209" y="7596264"/>
                  </a:lnTo>
                  <a:lnTo>
                    <a:pt x="296849" y="7548131"/>
                  </a:lnTo>
                  <a:lnTo>
                    <a:pt x="288823" y="7499756"/>
                  </a:lnTo>
                  <a:lnTo>
                    <a:pt x="282041" y="7451191"/>
                  </a:lnTo>
                  <a:lnTo>
                    <a:pt x="276453" y="7402462"/>
                  </a:lnTo>
                  <a:lnTo>
                    <a:pt x="271957" y="7353605"/>
                  </a:lnTo>
                  <a:lnTo>
                    <a:pt x="268490" y="7304646"/>
                  </a:lnTo>
                  <a:lnTo>
                    <a:pt x="265976" y="7255637"/>
                  </a:lnTo>
                  <a:lnTo>
                    <a:pt x="264337" y="7206602"/>
                  </a:lnTo>
                  <a:lnTo>
                    <a:pt x="263512" y="7157580"/>
                  </a:lnTo>
                  <a:lnTo>
                    <a:pt x="263791" y="7116407"/>
                  </a:lnTo>
                  <a:lnTo>
                    <a:pt x="263791" y="7072579"/>
                  </a:lnTo>
                  <a:lnTo>
                    <a:pt x="261264" y="7028599"/>
                  </a:lnTo>
                  <a:lnTo>
                    <a:pt x="253923" y="6986943"/>
                  </a:lnTo>
                  <a:lnTo>
                    <a:pt x="239522" y="6950100"/>
                  </a:lnTo>
                  <a:lnTo>
                    <a:pt x="180441" y="6900761"/>
                  </a:lnTo>
                  <a:lnTo>
                    <a:pt x="131241" y="6893230"/>
                  </a:lnTo>
                  <a:lnTo>
                    <a:pt x="89090" y="6900481"/>
                  </a:lnTo>
                  <a:lnTo>
                    <a:pt x="52705" y="6921474"/>
                  </a:lnTo>
                  <a:lnTo>
                    <a:pt x="21412" y="6953326"/>
                  </a:lnTo>
                  <a:lnTo>
                    <a:pt x="0" y="6985165"/>
                  </a:lnTo>
                  <a:lnTo>
                    <a:pt x="0" y="10287000"/>
                  </a:lnTo>
                  <a:lnTo>
                    <a:pt x="3025317" y="10287000"/>
                  </a:lnTo>
                  <a:close/>
                </a:path>
                <a:path w="18288000" h="10287000">
                  <a:moveTo>
                    <a:pt x="18287988" y="0"/>
                  </a:moveTo>
                  <a:lnTo>
                    <a:pt x="14636090" y="0"/>
                  </a:lnTo>
                  <a:lnTo>
                    <a:pt x="14636496" y="3797"/>
                  </a:lnTo>
                  <a:lnTo>
                    <a:pt x="14642922" y="52730"/>
                  </a:lnTo>
                  <a:lnTo>
                    <a:pt x="14650530" y="101396"/>
                  </a:lnTo>
                  <a:lnTo>
                    <a:pt x="14659483" y="149758"/>
                  </a:lnTo>
                  <a:lnTo>
                    <a:pt x="14669948" y="197739"/>
                  </a:lnTo>
                  <a:lnTo>
                    <a:pt x="14682089" y="245287"/>
                  </a:lnTo>
                  <a:lnTo>
                    <a:pt x="14696072" y="292366"/>
                  </a:lnTo>
                  <a:lnTo>
                    <a:pt x="14712061" y="338899"/>
                  </a:lnTo>
                  <a:lnTo>
                    <a:pt x="14730387" y="384886"/>
                  </a:lnTo>
                  <a:lnTo>
                    <a:pt x="14751203" y="430047"/>
                  </a:lnTo>
                  <a:lnTo>
                    <a:pt x="14774482" y="474103"/>
                  </a:lnTo>
                  <a:lnTo>
                    <a:pt x="14800174" y="516775"/>
                  </a:lnTo>
                  <a:lnTo>
                    <a:pt x="14828254" y="557784"/>
                  </a:lnTo>
                  <a:lnTo>
                    <a:pt x="14858683" y="596874"/>
                  </a:lnTo>
                  <a:lnTo>
                    <a:pt x="14891411" y="633742"/>
                  </a:lnTo>
                  <a:lnTo>
                    <a:pt x="14926399" y="668121"/>
                  </a:lnTo>
                  <a:lnTo>
                    <a:pt x="14963623" y="699744"/>
                  </a:lnTo>
                  <a:lnTo>
                    <a:pt x="15003044" y="728332"/>
                  </a:lnTo>
                  <a:lnTo>
                    <a:pt x="15044598" y="753592"/>
                  </a:lnTo>
                  <a:lnTo>
                    <a:pt x="15088273" y="775271"/>
                  </a:lnTo>
                  <a:lnTo>
                    <a:pt x="15134019" y="793076"/>
                  </a:lnTo>
                  <a:lnTo>
                    <a:pt x="15183549" y="807453"/>
                  </a:lnTo>
                  <a:lnTo>
                    <a:pt x="15233930" y="818007"/>
                  </a:lnTo>
                  <a:lnTo>
                    <a:pt x="15284907" y="825779"/>
                  </a:lnTo>
                  <a:lnTo>
                    <a:pt x="15336304" y="831811"/>
                  </a:lnTo>
                  <a:lnTo>
                    <a:pt x="15439428" y="842835"/>
                  </a:lnTo>
                  <a:lnTo>
                    <a:pt x="15490736" y="849884"/>
                  </a:lnTo>
                  <a:lnTo>
                    <a:pt x="15541574" y="859358"/>
                  </a:lnTo>
                  <a:lnTo>
                    <a:pt x="15589949" y="871664"/>
                  </a:lnTo>
                  <a:lnTo>
                    <a:pt x="15637307" y="887285"/>
                  </a:lnTo>
                  <a:lnTo>
                    <a:pt x="15683459" y="906068"/>
                  </a:lnTo>
                  <a:lnTo>
                    <a:pt x="15728277" y="927887"/>
                  </a:lnTo>
                  <a:lnTo>
                    <a:pt x="15771610" y="952588"/>
                  </a:lnTo>
                  <a:lnTo>
                    <a:pt x="15813278" y="980033"/>
                  </a:lnTo>
                  <a:lnTo>
                    <a:pt x="15853144" y="1010069"/>
                  </a:lnTo>
                  <a:lnTo>
                    <a:pt x="15891040" y="1042568"/>
                  </a:lnTo>
                  <a:lnTo>
                    <a:pt x="15926829" y="1077391"/>
                  </a:lnTo>
                  <a:lnTo>
                    <a:pt x="15960357" y="1114374"/>
                  </a:lnTo>
                  <a:lnTo>
                    <a:pt x="15991459" y="1153401"/>
                  </a:lnTo>
                  <a:lnTo>
                    <a:pt x="16019983" y="1194320"/>
                  </a:lnTo>
                  <a:lnTo>
                    <a:pt x="16045764" y="1236980"/>
                  </a:lnTo>
                  <a:lnTo>
                    <a:pt x="16068675" y="1281252"/>
                  </a:lnTo>
                  <a:lnTo>
                    <a:pt x="16088538" y="1326984"/>
                  </a:lnTo>
                  <a:lnTo>
                    <a:pt x="16105200" y="1374051"/>
                  </a:lnTo>
                  <a:lnTo>
                    <a:pt x="16118205" y="1419555"/>
                  </a:lnTo>
                  <a:lnTo>
                    <a:pt x="16129140" y="1466024"/>
                  </a:lnTo>
                  <a:lnTo>
                    <a:pt x="16138525" y="1513205"/>
                  </a:lnTo>
                  <a:lnTo>
                    <a:pt x="16146844" y="1560817"/>
                  </a:lnTo>
                  <a:lnTo>
                    <a:pt x="16162376" y="1656321"/>
                  </a:lnTo>
                  <a:lnTo>
                    <a:pt x="16170605" y="1703692"/>
                  </a:lnTo>
                  <a:lnTo>
                    <a:pt x="16179826" y="1750441"/>
                  </a:lnTo>
                  <a:lnTo>
                    <a:pt x="16190532" y="1796300"/>
                  </a:lnTo>
                  <a:lnTo>
                    <a:pt x="16203244" y="1841030"/>
                  </a:lnTo>
                  <a:lnTo>
                    <a:pt x="16218472" y="1884349"/>
                  </a:lnTo>
                  <a:lnTo>
                    <a:pt x="16236722" y="1926005"/>
                  </a:lnTo>
                  <a:lnTo>
                    <a:pt x="16258515" y="1965731"/>
                  </a:lnTo>
                  <a:lnTo>
                    <a:pt x="16284334" y="2003247"/>
                  </a:lnTo>
                  <a:lnTo>
                    <a:pt x="16314712" y="2038299"/>
                  </a:lnTo>
                  <a:lnTo>
                    <a:pt x="16351047" y="2071141"/>
                  </a:lnTo>
                  <a:lnTo>
                    <a:pt x="16390709" y="2099043"/>
                  </a:lnTo>
                  <a:lnTo>
                    <a:pt x="16433254" y="2122360"/>
                  </a:lnTo>
                  <a:lnTo>
                    <a:pt x="16478212" y="2141397"/>
                  </a:lnTo>
                  <a:lnTo>
                    <a:pt x="16525126" y="2156498"/>
                  </a:lnTo>
                  <a:lnTo>
                    <a:pt x="16573538" y="2167953"/>
                  </a:lnTo>
                  <a:lnTo>
                    <a:pt x="16622535" y="2176043"/>
                  </a:lnTo>
                  <a:lnTo>
                    <a:pt x="16622141" y="2176030"/>
                  </a:lnTo>
                  <a:lnTo>
                    <a:pt x="16673005" y="2181301"/>
                  </a:lnTo>
                  <a:lnTo>
                    <a:pt x="16723144" y="2183828"/>
                  </a:lnTo>
                  <a:lnTo>
                    <a:pt x="16772941" y="2184019"/>
                  </a:lnTo>
                  <a:lnTo>
                    <a:pt x="16822433" y="2182418"/>
                  </a:lnTo>
                  <a:lnTo>
                    <a:pt x="16871950" y="2179688"/>
                  </a:lnTo>
                  <a:lnTo>
                    <a:pt x="17020502" y="2169528"/>
                  </a:lnTo>
                  <a:lnTo>
                    <a:pt x="17069943" y="2167102"/>
                  </a:lnTo>
                  <a:lnTo>
                    <a:pt x="17119308" y="2165959"/>
                  </a:lnTo>
                  <a:lnTo>
                    <a:pt x="17168584" y="2166594"/>
                  </a:lnTo>
                  <a:lnTo>
                    <a:pt x="17217746" y="2169464"/>
                  </a:lnTo>
                  <a:lnTo>
                    <a:pt x="17266781" y="2175091"/>
                  </a:lnTo>
                  <a:lnTo>
                    <a:pt x="17313796" y="2183498"/>
                  </a:lnTo>
                  <a:lnTo>
                    <a:pt x="17359884" y="2194776"/>
                  </a:lnTo>
                  <a:lnTo>
                    <a:pt x="17405020" y="2208796"/>
                  </a:lnTo>
                  <a:lnTo>
                    <a:pt x="17449140" y="2225459"/>
                  </a:lnTo>
                  <a:lnTo>
                    <a:pt x="17492231" y="2244623"/>
                  </a:lnTo>
                  <a:lnTo>
                    <a:pt x="17534230" y="2266188"/>
                  </a:lnTo>
                  <a:lnTo>
                    <a:pt x="17575111" y="2290026"/>
                  </a:lnTo>
                  <a:lnTo>
                    <a:pt x="17614824" y="2316035"/>
                  </a:lnTo>
                  <a:lnTo>
                    <a:pt x="17653331" y="2344077"/>
                  </a:lnTo>
                  <a:lnTo>
                    <a:pt x="17690605" y="2374036"/>
                  </a:lnTo>
                  <a:lnTo>
                    <a:pt x="17726584" y="2405811"/>
                  </a:lnTo>
                  <a:lnTo>
                    <a:pt x="17761230" y="2439263"/>
                  </a:lnTo>
                  <a:lnTo>
                    <a:pt x="17794516" y="2474290"/>
                  </a:lnTo>
                  <a:lnTo>
                    <a:pt x="17826406" y="2510777"/>
                  </a:lnTo>
                  <a:lnTo>
                    <a:pt x="17856835" y="2548585"/>
                  </a:lnTo>
                  <a:lnTo>
                    <a:pt x="17885779" y="2587625"/>
                  </a:lnTo>
                  <a:lnTo>
                    <a:pt x="17913198" y="2627744"/>
                  </a:lnTo>
                  <a:lnTo>
                    <a:pt x="17939042" y="2668854"/>
                  </a:lnTo>
                  <a:lnTo>
                    <a:pt x="17963287" y="2710827"/>
                  </a:lnTo>
                  <a:lnTo>
                    <a:pt x="17985867" y="2753550"/>
                  </a:lnTo>
                  <a:lnTo>
                    <a:pt x="18006772" y="2796895"/>
                  </a:lnTo>
                  <a:lnTo>
                    <a:pt x="18026520" y="2841841"/>
                  </a:lnTo>
                  <a:lnTo>
                    <a:pt x="18044846" y="2887332"/>
                  </a:lnTo>
                  <a:lnTo>
                    <a:pt x="18061839" y="2933306"/>
                  </a:lnTo>
                  <a:lnTo>
                    <a:pt x="18077549" y="2979737"/>
                  </a:lnTo>
                  <a:lnTo>
                    <a:pt x="18092052" y="3026562"/>
                  </a:lnTo>
                  <a:lnTo>
                    <a:pt x="18105412" y="3073743"/>
                  </a:lnTo>
                  <a:lnTo>
                    <a:pt x="18117719" y="3121228"/>
                  </a:lnTo>
                  <a:lnTo>
                    <a:pt x="18129009" y="3168967"/>
                  </a:lnTo>
                  <a:lnTo>
                    <a:pt x="18139385" y="3216922"/>
                  </a:lnTo>
                  <a:lnTo>
                    <a:pt x="18148897" y="3265043"/>
                  </a:lnTo>
                  <a:lnTo>
                    <a:pt x="18157609" y="3313277"/>
                  </a:lnTo>
                  <a:lnTo>
                    <a:pt x="18163959" y="3353955"/>
                  </a:lnTo>
                  <a:lnTo>
                    <a:pt x="18171008" y="3397186"/>
                  </a:lnTo>
                  <a:lnTo>
                    <a:pt x="18180584" y="3440176"/>
                  </a:lnTo>
                  <a:lnTo>
                    <a:pt x="18194528" y="3480092"/>
                  </a:lnTo>
                  <a:lnTo>
                    <a:pt x="18214671" y="3514128"/>
                  </a:lnTo>
                  <a:lnTo>
                    <a:pt x="18280914" y="3553307"/>
                  </a:lnTo>
                  <a:lnTo>
                    <a:pt x="18287988" y="3553231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9049969"/>
              <a:ext cx="17076420" cy="49530"/>
            </a:xfrm>
            <a:custGeom>
              <a:avLst/>
              <a:gdLst/>
              <a:ahLst/>
              <a:cxnLst/>
              <a:rect l="l" t="t" r="r" b="b"/>
              <a:pathLst>
                <a:path w="17076420" h="49529">
                  <a:moveTo>
                    <a:pt x="0" y="49316"/>
                  </a:moveTo>
                  <a:lnTo>
                    <a:pt x="5383911" y="0"/>
                  </a:lnTo>
                </a:path>
                <a:path w="17076420" h="49529">
                  <a:moveTo>
                    <a:pt x="14130528" y="0"/>
                  </a:moveTo>
                  <a:lnTo>
                    <a:pt x="17076166" y="0"/>
                  </a:lnTo>
                </a:path>
              </a:pathLst>
            </a:custGeom>
            <a:ln w="38100">
              <a:solidFill>
                <a:srgbClr val="A782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496664" y="8470391"/>
              <a:ext cx="1159510" cy="1159510"/>
            </a:xfrm>
            <a:custGeom>
              <a:avLst/>
              <a:gdLst/>
              <a:ahLst/>
              <a:cxnLst/>
              <a:rect l="l" t="t" r="r" b="b"/>
              <a:pathLst>
                <a:path w="1159509" h="1159509">
                  <a:moveTo>
                    <a:pt x="579500" y="0"/>
                  </a:moveTo>
                  <a:lnTo>
                    <a:pt x="531974" y="1921"/>
                  </a:lnTo>
                  <a:lnTo>
                    <a:pt x="485505" y="7585"/>
                  </a:lnTo>
                  <a:lnTo>
                    <a:pt x="440243" y="16842"/>
                  </a:lnTo>
                  <a:lnTo>
                    <a:pt x="396337" y="29544"/>
                  </a:lnTo>
                  <a:lnTo>
                    <a:pt x="353937" y="45542"/>
                  </a:lnTo>
                  <a:lnTo>
                    <a:pt x="313191" y="64686"/>
                  </a:lnTo>
                  <a:lnTo>
                    <a:pt x="274248" y="86828"/>
                  </a:lnTo>
                  <a:lnTo>
                    <a:pt x="237259" y="111817"/>
                  </a:lnTo>
                  <a:lnTo>
                    <a:pt x="202371" y="139506"/>
                  </a:lnTo>
                  <a:lnTo>
                    <a:pt x="169735" y="169745"/>
                  </a:lnTo>
                  <a:lnTo>
                    <a:pt x="139499" y="202384"/>
                  </a:lnTo>
                  <a:lnTo>
                    <a:pt x="111812" y="237275"/>
                  </a:lnTo>
                  <a:lnTo>
                    <a:pt x="86824" y="274269"/>
                  </a:lnTo>
                  <a:lnTo>
                    <a:pt x="64684" y="313217"/>
                  </a:lnTo>
                  <a:lnTo>
                    <a:pt x="45541" y="353969"/>
                  </a:lnTo>
                  <a:lnTo>
                    <a:pt x="29544" y="396376"/>
                  </a:lnTo>
                  <a:lnTo>
                    <a:pt x="16842" y="440290"/>
                  </a:lnTo>
                  <a:lnTo>
                    <a:pt x="7584" y="485560"/>
                  </a:lnTo>
                  <a:lnTo>
                    <a:pt x="1921" y="532039"/>
                  </a:lnTo>
                  <a:lnTo>
                    <a:pt x="0" y="579577"/>
                  </a:lnTo>
                  <a:lnTo>
                    <a:pt x="1921" y="627107"/>
                  </a:lnTo>
                  <a:lnTo>
                    <a:pt x="7584" y="673579"/>
                  </a:lnTo>
                  <a:lnTo>
                    <a:pt x="16842" y="718844"/>
                  </a:lnTo>
                  <a:lnTo>
                    <a:pt x="29544" y="762753"/>
                  </a:lnTo>
                  <a:lnTo>
                    <a:pt x="45541" y="805155"/>
                  </a:lnTo>
                  <a:lnTo>
                    <a:pt x="64684" y="845903"/>
                  </a:lnTo>
                  <a:lnTo>
                    <a:pt x="86824" y="884847"/>
                  </a:lnTo>
                  <a:lnTo>
                    <a:pt x="111812" y="921838"/>
                  </a:lnTo>
                  <a:lnTo>
                    <a:pt x="139499" y="956727"/>
                  </a:lnTo>
                  <a:lnTo>
                    <a:pt x="169735" y="989364"/>
                  </a:lnTo>
                  <a:lnTo>
                    <a:pt x="202371" y="1019601"/>
                  </a:lnTo>
                  <a:lnTo>
                    <a:pt x="237259" y="1047289"/>
                  </a:lnTo>
                  <a:lnTo>
                    <a:pt x="274248" y="1072277"/>
                  </a:lnTo>
                  <a:lnTo>
                    <a:pt x="313191" y="1094418"/>
                  </a:lnTo>
                  <a:lnTo>
                    <a:pt x="353937" y="1113561"/>
                  </a:lnTo>
                  <a:lnTo>
                    <a:pt x="396337" y="1129559"/>
                  </a:lnTo>
                  <a:lnTo>
                    <a:pt x="440243" y="1142261"/>
                  </a:lnTo>
                  <a:lnTo>
                    <a:pt x="485505" y="1151518"/>
                  </a:lnTo>
                  <a:lnTo>
                    <a:pt x="531974" y="1157182"/>
                  </a:lnTo>
                  <a:lnTo>
                    <a:pt x="579500" y="1159103"/>
                  </a:lnTo>
                  <a:lnTo>
                    <a:pt x="627027" y="1157182"/>
                  </a:lnTo>
                  <a:lnTo>
                    <a:pt x="673496" y="1151518"/>
                  </a:lnTo>
                  <a:lnTo>
                    <a:pt x="718758" y="1142261"/>
                  </a:lnTo>
                  <a:lnTo>
                    <a:pt x="762664" y="1129559"/>
                  </a:lnTo>
                  <a:lnTo>
                    <a:pt x="805064" y="1113561"/>
                  </a:lnTo>
                  <a:lnTo>
                    <a:pt x="845810" y="1094418"/>
                  </a:lnTo>
                  <a:lnTo>
                    <a:pt x="884753" y="1072277"/>
                  </a:lnTo>
                  <a:lnTo>
                    <a:pt x="921742" y="1047289"/>
                  </a:lnTo>
                  <a:lnTo>
                    <a:pt x="956630" y="1019601"/>
                  </a:lnTo>
                  <a:lnTo>
                    <a:pt x="989266" y="989364"/>
                  </a:lnTo>
                  <a:lnTo>
                    <a:pt x="1019502" y="956727"/>
                  </a:lnTo>
                  <a:lnTo>
                    <a:pt x="1047189" y="921838"/>
                  </a:lnTo>
                  <a:lnTo>
                    <a:pt x="1072177" y="884847"/>
                  </a:lnTo>
                  <a:lnTo>
                    <a:pt x="1094317" y="845903"/>
                  </a:lnTo>
                  <a:lnTo>
                    <a:pt x="1113460" y="805155"/>
                  </a:lnTo>
                  <a:lnTo>
                    <a:pt x="1129457" y="762753"/>
                  </a:lnTo>
                  <a:lnTo>
                    <a:pt x="1142159" y="718844"/>
                  </a:lnTo>
                  <a:lnTo>
                    <a:pt x="1151417" y="673579"/>
                  </a:lnTo>
                  <a:lnTo>
                    <a:pt x="1157080" y="627107"/>
                  </a:lnTo>
                  <a:lnTo>
                    <a:pt x="1159002" y="579577"/>
                  </a:lnTo>
                  <a:lnTo>
                    <a:pt x="1157080" y="532039"/>
                  </a:lnTo>
                  <a:lnTo>
                    <a:pt x="1151417" y="485560"/>
                  </a:lnTo>
                  <a:lnTo>
                    <a:pt x="1142159" y="440290"/>
                  </a:lnTo>
                  <a:lnTo>
                    <a:pt x="1129457" y="396376"/>
                  </a:lnTo>
                  <a:lnTo>
                    <a:pt x="1113460" y="353969"/>
                  </a:lnTo>
                  <a:lnTo>
                    <a:pt x="1094317" y="313217"/>
                  </a:lnTo>
                  <a:lnTo>
                    <a:pt x="1072177" y="274269"/>
                  </a:lnTo>
                  <a:lnTo>
                    <a:pt x="1047189" y="237275"/>
                  </a:lnTo>
                  <a:lnTo>
                    <a:pt x="1019502" y="202384"/>
                  </a:lnTo>
                  <a:lnTo>
                    <a:pt x="989266" y="169745"/>
                  </a:lnTo>
                  <a:lnTo>
                    <a:pt x="956630" y="139506"/>
                  </a:lnTo>
                  <a:lnTo>
                    <a:pt x="921742" y="111817"/>
                  </a:lnTo>
                  <a:lnTo>
                    <a:pt x="884753" y="86828"/>
                  </a:lnTo>
                  <a:lnTo>
                    <a:pt x="845810" y="64686"/>
                  </a:lnTo>
                  <a:lnTo>
                    <a:pt x="805064" y="45542"/>
                  </a:lnTo>
                  <a:lnTo>
                    <a:pt x="762664" y="29544"/>
                  </a:lnTo>
                  <a:lnTo>
                    <a:pt x="718758" y="16842"/>
                  </a:lnTo>
                  <a:lnTo>
                    <a:pt x="673496" y="7585"/>
                  </a:lnTo>
                  <a:lnTo>
                    <a:pt x="627027" y="1921"/>
                  </a:lnTo>
                  <a:lnTo>
                    <a:pt x="579500" y="0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834254" y="795274"/>
            <a:ext cx="8622665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0" dirty="0"/>
              <a:t>SYSTEM</a:t>
            </a:r>
            <a:r>
              <a:rPr spc="-595" dirty="0"/>
              <a:t> </a:t>
            </a:r>
            <a:r>
              <a:rPr spc="-270" dirty="0"/>
              <a:t>COMPONENTS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0" y="0"/>
            <a:ext cx="1198245" cy="2308860"/>
            <a:chOff x="0" y="0"/>
            <a:chExt cx="1198245" cy="2308860"/>
          </a:xfrm>
        </p:grpSpPr>
        <p:sp>
          <p:nvSpPr>
            <p:cNvPr id="10" name="object 10"/>
            <p:cNvSpPr/>
            <p:nvPr/>
          </p:nvSpPr>
          <p:spPr>
            <a:xfrm>
              <a:off x="0" y="415999"/>
              <a:ext cx="1144270" cy="1892935"/>
            </a:xfrm>
            <a:custGeom>
              <a:avLst/>
              <a:gdLst/>
              <a:ahLst/>
              <a:cxnLst/>
              <a:rect l="l" t="t" r="r" b="b"/>
              <a:pathLst>
                <a:path w="1144270" h="1892935">
                  <a:moveTo>
                    <a:pt x="0" y="0"/>
                  </a:moveTo>
                  <a:lnTo>
                    <a:pt x="0" y="1658009"/>
                  </a:lnTo>
                  <a:lnTo>
                    <a:pt x="61612" y="1731358"/>
                  </a:lnTo>
                  <a:lnTo>
                    <a:pt x="131601" y="1796917"/>
                  </a:lnTo>
                  <a:lnTo>
                    <a:pt x="169970" y="1824817"/>
                  </a:lnTo>
                  <a:lnTo>
                    <a:pt x="210847" y="1848588"/>
                  </a:lnTo>
                  <a:lnTo>
                    <a:pt x="254428" y="1867574"/>
                  </a:lnTo>
                  <a:lnTo>
                    <a:pt x="301991" y="1881468"/>
                  </a:lnTo>
                  <a:lnTo>
                    <a:pt x="350535" y="1889618"/>
                  </a:lnTo>
                  <a:lnTo>
                    <a:pt x="399818" y="1892835"/>
                  </a:lnTo>
                  <a:lnTo>
                    <a:pt x="499635" y="1887710"/>
                  </a:lnTo>
                  <a:lnTo>
                    <a:pt x="697135" y="1853659"/>
                  </a:lnTo>
                  <a:lnTo>
                    <a:pt x="841835" y="1816157"/>
                  </a:lnTo>
                  <a:lnTo>
                    <a:pt x="932213" y="1778964"/>
                  </a:lnTo>
                  <a:lnTo>
                    <a:pt x="973774" y="1755212"/>
                  </a:lnTo>
                  <a:lnTo>
                    <a:pt x="1012115" y="1727355"/>
                  </a:lnTo>
                  <a:lnTo>
                    <a:pt x="1046636" y="1694895"/>
                  </a:lnTo>
                  <a:lnTo>
                    <a:pt x="1076737" y="1657332"/>
                  </a:lnTo>
                  <a:lnTo>
                    <a:pt x="1101510" y="1614832"/>
                  </a:lnTo>
                  <a:lnTo>
                    <a:pt x="1119869" y="1569653"/>
                  </a:lnTo>
                  <a:lnTo>
                    <a:pt x="1132556" y="1522332"/>
                  </a:lnTo>
                  <a:lnTo>
                    <a:pt x="1140313" y="1473407"/>
                  </a:lnTo>
                  <a:lnTo>
                    <a:pt x="1143881" y="1423417"/>
                  </a:lnTo>
                  <a:lnTo>
                    <a:pt x="1141418" y="1322392"/>
                  </a:lnTo>
                  <a:lnTo>
                    <a:pt x="1124436" y="1173604"/>
                  </a:lnTo>
                  <a:lnTo>
                    <a:pt x="1088144" y="977766"/>
                  </a:lnTo>
                  <a:lnTo>
                    <a:pt x="1036853" y="785295"/>
                  </a:lnTo>
                  <a:lnTo>
                    <a:pt x="968834" y="595314"/>
                  </a:lnTo>
                  <a:lnTo>
                    <a:pt x="922140" y="504796"/>
                  </a:lnTo>
                  <a:lnTo>
                    <a:pt x="893754" y="463171"/>
                  </a:lnTo>
                  <a:lnTo>
                    <a:pt x="861293" y="424940"/>
                  </a:lnTo>
                  <a:lnTo>
                    <a:pt x="824220" y="390829"/>
                  </a:lnTo>
                  <a:lnTo>
                    <a:pt x="784868" y="362957"/>
                  </a:lnTo>
                  <a:lnTo>
                    <a:pt x="743065" y="340127"/>
                  </a:lnTo>
                  <a:lnTo>
                    <a:pt x="699181" y="321536"/>
                  </a:lnTo>
                  <a:lnTo>
                    <a:pt x="606652" y="293858"/>
                  </a:lnTo>
                  <a:lnTo>
                    <a:pt x="364827" y="242598"/>
                  </a:lnTo>
                  <a:lnTo>
                    <a:pt x="271669" y="212391"/>
                  </a:lnTo>
                  <a:lnTo>
                    <a:pt x="227542" y="192260"/>
                  </a:lnTo>
                  <a:lnTo>
                    <a:pt x="185567" y="168767"/>
                  </a:lnTo>
                  <a:lnTo>
                    <a:pt x="107947" y="112621"/>
                  </a:lnTo>
                  <a:lnTo>
                    <a:pt x="38563" y="45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205" y="0"/>
              <a:ext cx="1123315" cy="517525"/>
            </a:xfrm>
            <a:custGeom>
              <a:avLst/>
              <a:gdLst/>
              <a:ahLst/>
              <a:cxnLst/>
              <a:rect l="l" t="t" r="r" b="b"/>
              <a:pathLst>
                <a:path w="1123315" h="517525">
                  <a:moveTo>
                    <a:pt x="1059869" y="0"/>
                  </a:moveTo>
                  <a:lnTo>
                    <a:pt x="0" y="0"/>
                  </a:lnTo>
                  <a:lnTo>
                    <a:pt x="27343" y="45451"/>
                  </a:lnTo>
                  <a:lnTo>
                    <a:pt x="81706" y="122376"/>
                  </a:lnTo>
                  <a:lnTo>
                    <a:pt x="142780" y="194155"/>
                  </a:lnTo>
                  <a:lnTo>
                    <a:pt x="209975" y="260238"/>
                  </a:lnTo>
                  <a:lnTo>
                    <a:pt x="282704" y="320072"/>
                  </a:lnTo>
                  <a:lnTo>
                    <a:pt x="360377" y="373106"/>
                  </a:lnTo>
                  <a:lnTo>
                    <a:pt x="442407" y="418787"/>
                  </a:lnTo>
                  <a:lnTo>
                    <a:pt x="528205" y="456564"/>
                  </a:lnTo>
                  <a:lnTo>
                    <a:pt x="572333" y="472317"/>
                  </a:lnTo>
                  <a:lnTo>
                    <a:pt x="617182" y="485886"/>
                  </a:lnTo>
                  <a:lnTo>
                    <a:pt x="662679" y="497203"/>
                  </a:lnTo>
                  <a:lnTo>
                    <a:pt x="708751" y="506200"/>
                  </a:lnTo>
                  <a:lnTo>
                    <a:pt x="755323" y="512806"/>
                  </a:lnTo>
                  <a:lnTo>
                    <a:pt x="809989" y="517007"/>
                  </a:lnTo>
                  <a:lnTo>
                    <a:pt x="864958" y="516057"/>
                  </a:lnTo>
                  <a:lnTo>
                    <a:pt x="918666" y="508260"/>
                  </a:lnTo>
                  <a:lnTo>
                    <a:pt x="969548" y="491921"/>
                  </a:lnTo>
                  <a:lnTo>
                    <a:pt x="1016039" y="465345"/>
                  </a:lnTo>
                  <a:lnTo>
                    <a:pt x="1049985" y="434719"/>
                  </a:lnTo>
                  <a:lnTo>
                    <a:pt x="1077278" y="398237"/>
                  </a:lnTo>
                  <a:lnTo>
                    <a:pt x="1098065" y="357243"/>
                  </a:lnTo>
                  <a:lnTo>
                    <a:pt x="1112492" y="313076"/>
                  </a:lnTo>
                  <a:lnTo>
                    <a:pt x="1120705" y="267080"/>
                  </a:lnTo>
                  <a:lnTo>
                    <a:pt x="1122849" y="220597"/>
                  </a:lnTo>
                  <a:lnTo>
                    <a:pt x="1118741" y="170556"/>
                  </a:lnTo>
                  <a:lnTo>
                    <a:pt x="1108932" y="121459"/>
                  </a:lnTo>
                  <a:lnTo>
                    <a:pt x="1093952" y="73579"/>
                  </a:lnTo>
                  <a:lnTo>
                    <a:pt x="1074330" y="27190"/>
                  </a:lnTo>
                  <a:lnTo>
                    <a:pt x="1059869" y="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911065" y="8569249"/>
            <a:ext cx="334010" cy="765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50" b="1" spc="-50" dirty="0">
                <a:solidFill>
                  <a:srgbClr val="331C2C"/>
                </a:solidFill>
                <a:latin typeface="Times New Roman"/>
                <a:cs typeface="Times New Roman"/>
              </a:rPr>
              <a:t>5</a:t>
            </a:r>
            <a:endParaRPr sz="4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71142" y="1903349"/>
            <a:ext cx="9892665" cy="120269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3600" b="1" spc="235" dirty="0">
                <a:latin typeface="Trebuchet MS"/>
                <a:cs typeface="Trebuchet MS"/>
              </a:rPr>
              <a:t>What</a:t>
            </a:r>
            <a:r>
              <a:rPr sz="3600" b="1" spc="-65" dirty="0">
                <a:latin typeface="Trebuchet MS"/>
                <a:cs typeface="Trebuchet MS"/>
              </a:rPr>
              <a:t> </a:t>
            </a:r>
            <a:r>
              <a:rPr sz="3600" b="1" spc="-75" dirty="0">
                <a:latin typeface="Trebuchet MS"/>
                <a:cs typeface="Trebuchet MS"/>
              </a:rPr>
              <a:t>is</a:t>
            </a:r>
            <a:r>
              <a:rPr sz="3600" b="1" spc="-440" dirty="0">
                <a:latin typeface="Trebuchet MS"/>
                <a:cs typeface="Trebuchet MS"/>
              </a:rPr>
              <a:t> </a:t>
            </a:r>
            <a:r>
              <a:rPr sz="3600" b="1" spc="-10" dirty="0">
                <a:latin typeface="Trebuchet MS"/>
                <a:cs typeface="Trebuchet MS"/>
              </a:rPr>
              <a:t>Arduino?</a:t>
            </a:r>
            <a:endParaRPr sz="3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3600" spc="-60" dirty="0">
                <a:latin typeface="Trebuchet MS"/>
                <a:cs typeface="Trebuchet MS"/>
              </a:rPr>
              <a:t>Open-</a:t>
            </a:r>
            <a:r>
              <a:rPr sz="3600" spc="-120" dirty="0">
                <a:latin typeface="Trebuchet MS"/>
                <a:cs typeface="Trebuchet MS"/>
              </a:rPr>
              <a:t>source</a:t>
            </a:r>
            <a:r>
              <a:rPr sz="3600" spc="-105" dirty="0">
                <a:latin typeface="Trebuchet MS"/>
                <a:cs typeface="Trebuchet MS"/>
              </a:rPr>
              <a:t> </a:t>
            </a:r>
            <a:r>
              <a:rPr sz="3600" spc="-140" dirty="0">
                <a:latin typeface="Trebuchet MS"/>
                <a:cs typeface="Trebuchet MS"/>
              </a:rPr>
              <a:t>microcontroller</a:t>
            </a:r>
            <a:r>
              <a:rPr sz="3600" spc="-120" dirty="0">
                <a:latin typeface="Trebuchet MS"/>
                <a:cs typeface="Trebuchet MS"/>
              </a:rPr>
              <a:t> </a:t>
            </a:r>
            <a:r>
              <a:rPr sz="3600" spc="-114" dirty="0">
                <a:latin typeface="Trebuchet MS"/>
                <a:cs typeface="Trebuchet MS"/>
              </a:rPr>
              <a:t>for</a:t>
            </a:r>
            <a:r>
              <a:rPr sz="3600" spc="-85" dirty="0">
                <a:latin typeface="Trebuchet MS"/>
                <a:cs typeface="Trebuchet MS"/>
              </a:rPr>
              <a:t> </a:t>
            </a:r>
            <a:r>
              <a:rPr sz="3600" spc="-195" dirty="0">
                <a:latin typeface="Trebuchet MS"/>
                <a:cs typeface="Trebuchet MS"/>
              </a:rPr>
              <a:t>electronic</a:t>
            </a:r>
            <a:r>
              <a:rPr sz="3600" spc="-100" dirty="0">
                <a:latin typeface="Trebuchet MS"/>
                <a:cs typeface="Trebuchet MS"/>
              </a:rPr>
              <a:t> </a:t>
            </a:r>
            <a:r>
              <a:rPr sz="3600" spc="-190" dirty="0">
                <a:latin typeface="Trebuchet MS"/>
                <a:cs typeface="Trebuchet MS"/>
              </a:rPr>
              <a:t>projects.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840423" y="3125455"/>
            <a:ext cx="248285" cy="530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065"/>
              </a:lnSpc>
            </a:pPr>
            <a:r>
              <a:rPr sz="3600" spc="-390" dirty="0">
                <a:latin typeface="Trebuchet MS"/>
                <a:cs typeface="Trebuchet MS"/>
              </a:rPr>
              <a:t>).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71142" y="2976866"/>
            <a:ext cx="12978765" cy="6124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01320">
              <a:lnSpc>
                <a:spcPct val="100000"/>
              </a:lnSpc>
              <a:spcBef>
                <a:spcPts val="100"/>
              </a:spcBef>
            </a:pPr>
            <a:r>
              <a:rPr sz="3600" spc="-175" dirty="0">
                <a:latin typeface="Trebuchet MS"/>
                <a:cs typeface="Trebuchet MS"/>
              </a:rPr>
              <a:t>Reads</a:t>
            </a:r>
            <a:r>
              <a:rPr sz="3600" spc="-70" dirty="0">
                <a:latin typeface="Trebuchet MS"/>
                <a:cs typeface="Trebuchet MS"/>
              </a:rPr>
              <a:t> </a:t>
            </a:r>
            <a:r>
              <a:rPr sz="3600" spc="-180" dirty="0">
                <a:latin typeface="Trebuchet MS"/>
                <a:cs typeface="Trebuchet MS"/>
              </a:rPr>
              <a:t>inputs</a:t>
            </a:r>
            <a:r>
              <a:rPr sz="3600" spc="-70" dirty="0">
                <a:latin typeface="Trebuchet MS"/>
                <a:cs typeface="Trebuchet MS"/>
              </a:rPr>
              <a:t> </a:t>
            </a:r>
            <a:r>
              <a:rPr sz="3600" spc="-155" dirty="0">
                <a:latin typeface="Trebuchet MS"/>
                <a:cs typeface="Trebuchet MS"/>
              </a:rPr>
              <a:t>(sensors,</a:t>
            </a:r>
            <a:r>
              <a:rPr sz="3600" spc="-434" dirty="0">
                <a:latin typeface="Trebuchet MS"/>
                <a:cs typeface="Trebuchet MS"/>
              </a:rPr>
              <a:t> </a:t>
            </a:r>
            <a:r>
              <a:rPr sz="3600" spc="-150" dirty="0">
                <a:latin typeface="Trebuchet MS"/>
                <a:cs typeface="Trebuchet MS"/>
              </a:rPr>
              <a:t>buttons)</a:t>
            </a:r>
            <a:r>
              <a:rPr sz="3600" spc="-70" dirty="0">
                <a:latin typeface="Trebuchet MS"/>
                <a:cs typeface="Trebuchet MS"/>
              </a:rPr>
              <a:t> </a:t>
            </a:r>
            <a:r>
              <a:rPr sz="3600" spc="-235" dirty="0">
                <a:latin typeface="Trebuchet MS"/>
                <a:cs typeface="Trebuchet MS"/>
              </a:rPr>
              <a:t>and</a:t>
            </a:r>
            <a:r>
              <a:rPr sz="3600" spc="-65" dirty="0">
                <a:latin typeface="Trebuchet MS"/>
                <a:cs typeface="Trebuchet MS"/>
              </a:rPr>
              <a:t> </a:t>
            </a:r>
            <a:r>
              <a:rPr sz="3600" spc="-125" dirty="0">
                <a:latin typeface="Trebuchet MS"/>
                <a:cs typeface="Trebuchet MS"/>
              </a:rPr>
              <a:t>controls</a:t>
            </a:r>
            <a:r>
              <a:rPr sz="3600" spc="-85" dirty="0">
                <a:latin typeface="Trebuchet MS"/>
                <a:cs typeface="Trebuchet MS"/>
              </a:rPr>
              <a:t> </a:t>
            </a:r>
            <a:r>
              <a:rPr sz="3600" spc="-155" dirty="0">
                <a:latin typeface="Trebuchet MS"/>
                <a:cs typeface="Trebuchet MS"/>
              </a:rPr>
              <a:t>outputs</a:t>
            </a:r>
            <a:r>
              <a:rPr sz="3600" spc="-70" dirty="0">
                <a:latin typeface="Trebuchet MS"/>
                <a:cs typeface="Trebuchet MS"/>
              </a:rPr>
              <a:t> </a:t>
            </a:r>
            <a:r>
              <a:rPr sz="3600" spc="-95" dirty="0">
                <a:latin typeface="Trebuchet MS"/>
                <a:cs typeface="Trebuchet MS"/>
              </a:rPr>
              <a:t>(LEDs,</a:t>
            </a:r>
            <a:r>
              <a:rPr sz="3600" spc="-430" dirty="0">
                <a:latin typeface="Trebuchet MS"/>
                <a:cs typeface="Trebuchet MS"/>
              </a:rPr>
              <a:t> </a:t>
            </a:r>
            <a:r>
              <a:rPr sz="3600" spc="-10" dirty="0">
                <a:latin typeface="Trebuchet MS"/>
                <a:cs typeface="Trebuchet MS"/>
              </a:rPr>
              <a:t>motors </a:t>
            </a:r>
            <a:r>
              <a:rPr sz="3600" spc="-210" dirty="0">
                <a:latin typeface="Trebuchet MS"/>
                <a:cs typeface="Trebuchet MS"/>
              </a:rPr>
              <a:t>Programmable</a:t>
            </a:r>
            <a:r>
              <a:rPr sz="3600" spc="-90" dirty="0">
                <a:latin typeface="Trebuchet MS"/>
                <a:cs typeface="Trebuchet MS"/>
              </a:rPr>
              <a:t> </a:t>
            </a:r>
            <a:r>
              <a:rPr sz="3600" spc="-204" dirty="0">
                <a:latin typeface="Trebuchet MS"/>
                <a:cs typeface="Trebuchet MS"/>
              </a:rPr>
              <a:t>using</a:t>
            </a:r>
            <a:r>
              <a:rPr sz="3600" spc="-434" dirty="0">
                <a:latin typeface="Trebuchet MS"/>
                <a:cs typeface="Trebuchet MS"/>
              </a:rPr>
              <a:t> </a:t>
            </a:r>
            <a:r>
              <a:rPr sz="3600" spc="-60" dirty="0">
                <a:latin typeface="Trebuchet MS"/>
                <a:cs typeface="Trebuchet MS"/>
              </a:rPr>
              <a:t>Arduino</a:t>
            </a:r>
            <a:r>
              <a:rPr sz="3600" spc="-70" dirty="0">
                <a:latin typeface="Trebuchet MS"/>
                <a:cs typeface="Trebuchet MS"/>
              </a:rPr>
              <a:t> </a:t>
            </a:r>
            <a:r>
              <a:rPr sz="3600" spc="85" dirty="0">
                <a:latin typeface="Trebuchet MS"/>
                <a:cs typeface="Trebuchet MS"/>
              </a:rPr>
              <a:t>IDE</a:t>
            </a:r>
            <a:r>
              <a:rPr sz="3600" spc="-75" dirty="0">
                <a:latin typeface="Trebuchet MS"/>
                <a:cs typeface="Trebuchet MS"/>
              </a:rPr>
              <a:t> </a:t>
            </a:r>
            <a:r>
              <a:rPr sz="3600" spc="-10" dirty="0">
                <a:latin typeface="Trebuchet MS"/>
                <a:cs typeface="Trebuchet MS"/>
              </a:rPr>
              <a:t>(C/C++).</a:t>
            </a:r>
            <a:endParaRPr sz="3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3600" spc="-170" dirty="0">
                <a:latin typeface="Trebuchet MS"/>
                <a:cs typeface="Trebuchet MS"/>
              </a:rPr>
              <a:t>Popular</a:t>
            </a:r>
            <a:r>
              <a:rPr sz="3600" spc="-80" dirty="0">
                <a:latin typeface="Trebuchet MS"/>
                <a:cs typeface="Trebuchet MS"/>
              </a:rPr>
              <a:t> </a:t>
            </a:r>
            <a:r>
              <a:rPr sz="3600" spc="-120" dirty="0">
                <a:latin typeface="Trebuchet MS"/>
                <a:cs typeface="Trebuchet MS"/>
              </a:rPr>
              <a:t>for</a:t>
            </a:r>
            <a:r>
              <a:rPr sz="3600" spc="-80" dirty="0">
                <a:latin typeface="Trebuchet MS"/>
                <a:cs typeface="Trebuchet MS"/>
              </a:rPr>
              <a:t> </a:t>
            </a:r>
            <a:r>
              <a:rPr sz="3600" spc="-165" dirty="0">
                <a:latin typeface="Trebuchet MS"/>
                <a:cs typeface="Trebuchet MS"/>
              </a:rPr>
              <a:t>prototyping</a:t>
            </a:r>
            <a:r>
              <a:rPr sz="3600" spc="-95" dirty="0">
                <a:latin typeface="Trebuchet MS"/>
                <a:cs typeface="Trebuchet MS"/>
              </a:rPr>
              <a:t> </a:t>
            </a:r>
            <a:r>
              <a:rPr sz="3600" spc="-215" dirty="0">
                <a:latin typeface="Trebuchet MS"/>
                <a:cs typeface="Trebuchet MS"/>
              </a:rPr>
              <a:t>among</a:t>
            </a:r>
            <a:r>
              <a:rPr sz="3600" spc="-80" dirty="0">
                <a:latin typeface="Trebuchet MS"/>
                <a:cs typeface="Trebuchet MS"/>
              </a:rPr>
              <a:t> </a:t>
            </a:r>
            <a:r>
              <a:rPr sz="3600" spc="-180" dirty="0">
                <a:latin typeface="Trebuchet MS"/>
                <a:cs typeface="Trebuchet MS"/>
              </a:rPr>
              <a:t>students</a:t>
            </a:r>
            <a:r>
              <a:rPr sz="3600" spc="-60" dirty="0">
                <a:latin typeface="Trebuchet MS"/>
                <a:cs typeface="Trebuchet MS"/>
              </a:rPr>
              <a:t> </a:t>
            </a:r>
            <a:r>
              <a:rPr sz="3600" spc="-235" dirty="0">
                <a:latin typeface="Trebuchet MS"/>
                <a:cs typeface="Trebuchet MS"/>
              </a:rPr>
              <a:t>and</a:t>
            </a:r>
            <a:r>
              <a:rPr sz="3600" spc="-80" dirty="0">
                <a:latin typeface="Trebuchet MS"/>
                <a:cs typeface="Trebuchet MS"/>
              </a:rPr>
              <a:t> </a:t>
            </a:r>
            <a:r>
              <a:rPr sz="3600" spc="-100" dirty="0">
                <a:latin typeface="Trebuchet MS"/>
                <a:cs typeface="Trebuchet MS"/>
              </a:rPr>
              <a:t>engineers.</a:t>
            </a:r>
            <a:endParaRPr sz="3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3600" b="1" spc="140" dirty="0">
                <a:latin typeface="Trebuchet MS"/>
                <a:cs typeface="Trebuchet MS"/>
              </a:rPr>
              <a:t>How</a:t>
            </a:r>
            <a:r>
              <a:rPr sz="3600" b="1" spc="-434" dirty="0">
                <a:latin typeface="Trebuchet MS"/>
                <a:cs typeface="Trebuchet MS"/>
              </a:rPr>
              <a:t> </a:t>
            </a:r>
            <a:r>
              <a:rPr sz="3600" b="1" spc="60" dirty="0">
                <a:latin typeface="Trebuchet MS"/>
                <a:cs typeface="Trebuchet MS"/>
              </a:rPr>
              <a:t>Arduino</a:t>
            </a:r>
            <a:r>
              <a:rPr sz="3600" b="1" spc="-509" dirty="0">
                <a:latin typeface="Trebuchet MS"/>
                <a:cs typeface="Trebuchet MS"/>
              </a:rPr>
              <a:t> </a:t>
            </a:r>
            <a:r>
              <a:rPr sz="3600" b="1" spc="80" dirty="0">
                <a:latin typeface="Trebuchet MS"/>
                <a:cs typeface="Trebuchet MS"/>
              </a:rPr>
              <a:t>Works?</a:t>
            </a:r>
            <a:endParaRPr sz="3600" dirty="0">
              <a:latin typeface="Trebuchet MS"/>
              <a:cs typeface="Trebuchet MS"/>
            </a:endParaRPr>
          </a:p>
          <a:p>
            <a:pPr marL="12700" marR="1858645">
              <a:lnSpc>
                <a:spcPct val="100000"/>
              </a:lnSpc>
              <a:spcBef>
                <a:spcPts val="20"/>
              </a:spcBef>
            </a:pPr>
            <a:r>
              <a:rPr sz="3200" b="1" dirty="0">
                <a:latin typeface="Trebuchet MS"/>
                <a:cs typeface="Trebuchet MS"/>
              </a:rPr>
              <a:t>Powering</a:t>
            </a:r>
            <a:r>
              <a:rPr sz="3200" b="1" spc="-18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the</a:t>
            </a:r>
            <a:r>
              <a:rPr sz="3200" b="1" spc="-95" dirty="0">
                <a:latin typeface="Trebuchet MS"/>
                <a:cs typeface="Trebuchet MS"/>
              </a:rPr>
              <a:t> </a:t>
            </a:r>
            <a:r>
              <a:rPr sz="3200" b="1" spc="80" dirty="0">
                <a:latin typeface="Trebuchet MS"/>
                <a:cs typeface="Trebuchet MS"/>
              </a:rPr>
              <a:t>Board</a:t>
            </a:r>
            <a:r>
              <a:rPr sz="3200" b="1" spc="-114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-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55" dirty="0">
                <a:latin typeface="Trebuchet MS"/>
                <a:cs typeface="Trebuchet MS"/>
              </a:rPr>
              <a:t>Powered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245" dirty="0">
                <a:latin typeface="Trebuchet MS"/>
                <a:cs typeface="Trebuchet MS"/>
              </a:rPr>
              <a:t>via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10" dirty="0">
                <a:latin typeface="Trebuchet MS"/>
                <a:cs typeface="Trebuchet MS"/>
              </a:rPr>
              <a:t>USB,</a:t>
            </a:r>
            <a:r>
              <a:rPr sz="3200" spc="-420" dirty="0">
                <a:latin typeface="Trebuchet MS"/>
                <a:cs typeface="Trebuchet MS"/>
              </a:rPr>
              <a:t> </a:t>
            </a:r>
            <a:r>
              <a:rPr sz="3200" spc="-254" dirty="0">
                <a:latin typeface="Trebuchet MS"/>
                <a:cs typeface="Trebuchet MS"/>
              </a:rPr>
              <a:t>battery,</a:t>
            </a:r>
            <a:r>
              <a:rPr sz="3200" spc="-4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or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295" dirty="0">
                <a:latin typeface="Trebuchet MS"/>
                <a:cs typeface="Trebuchet MS"/>
              </a:rPr>
              <a:t>adapter. </a:t>
            </a:r>
            <a:r>
              <a:rPr sz="3200" b="1" dirty="0">
                <a:latin typeface="Trebuchet MS"/>
                <a:cs typeface="Trebuchet MS"/>
              </a:rPr>
              <a:t>Connecting</a:t>
            </a:r>
            <a:r>
              <a:rPr sz="3200" b="1" spc="-55" dirty="0">
                <a:latin typeface="Trebuchet MS"/>
                <a:cs typeface="Trebuchet MS"/>
              </a:rPr>
              <a:t> </a:t>
            </a:r>
            <a:r>
              <a:rPr sz="3200" b="1" spc="80" dirty="0">
                <a:latin typeface="Trebuchet MS"/>
                <a:cs typeface="Trebuchet MS"/>
              </a:rPr>
              <a:t>Components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- </a:t>
            </a:r>
            <a:r>
              <a:rPr sz="3200" spc="-145" dirty="0">
                <a:latin typeface="Trebuchet MS"/>
                <a:cs typeface="Trebuchet MS"/>
              </a:rPr>
              <a:t>Sensors,</a:t>
            </a:r>
            <a:r>
              <a:rPr sz="3200" spc="-370" dirty="0">
                <a:latin typeface="Trebuchet MS"/>
                <a:cs typeface="Trebuchet MS"/>
              </a:rPr>
              <a:t> </a:t>
            </a:r>
            <a:r>
              <a:rPr sz="3200" spc="-75" dirty="0">
                <a:latin typeface="Trebuchet MS"/>
                <a:cs typeface="Trebuchet MS"/>
              </a:rPr>
              <a:t>LEDs,</a:t>
            </a:r>
            <a:r>
              <a:rPr sz="3200" spc="-335" dirty="0">
                <a:latin typeface="Trebuchet MS"/>
                <a:cs typeface="Trebuchet MS"/>
              </a:rPr>
              <a:t> </a:t>
            </a:r>
            <a:r>
              <a:rPr sz="3200" spc="-60" dirty="0">
                <a:latin typeface="Trebuchet MS"/>
                <a:cs typeface="Trebuchet MS"/>
              </a:rPr>
              <a:t>motors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connected</a:t>
            </a:r>
            <a:r>
              <a:rPr sz="3200" spc="-2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to </a:t>
            </a:r>
            <a:r>
              <a:rPr sz="3200" spc="-225" dirty="0">
                <a:latin typeface="Trebuchet MS"/>
                <a:cs typeface="Trebuchet MS"/>
              </a:rPr>
              <a:t>input/output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pins.</a:t>
            </a:r>
            <a:endParaRPr sz="3200" dirty="0">
              <a:latin typeface="Trebuchet MS"/>
              <a:cs typeface="Trebuchet MS"/>
            </a:endParaRPr>
          </a:p>
          <a:p>
            <a:pPr marL="12700" marR="389890">
              <a:lnSpc>
                <a:spcPct val="100000"/>
              </a:lnSpc>
            </a:pPr>
            <a:r>
              <a:rPr sz="3200" b="1" spc="125" dirty="0">
                <a:latin typeface="Trebuchet MS"/>
                <a:cs typeface="Trebuchet MS"/>
              </a:rPr>
              <a:t>Writing</a:t>
            </a:r>
            <a:r>
              <a:rPr sz="3200" b="1" spc="-75" dirty="0">
                <a:latin typeface="Trebuchet MS"/>
                <a:cs typeface="Trebuchet MS"/>
              </a:rPr>
              <a:t> </a:t>
            </a:r>
            <a:r>
              <a:rPr sz="3200" b="1" spc="135" dirty="0">
                <a:latin typeface="Trebuchet MS"/>
                <a:cs typeface="Trebuchet MS"/>
              </a:rPr>
              <a:t>&amp;</a:t>
            </a:r>
            <a:r>
              <a:rPr sz="3200" b="1" spc="-4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Uploading</a:t>
            </a:r>
            <a:r>
              <a:rPr sz="3200" b="1" spc="-90" dirty="0">
                <a:latin typeface="Trebuchet MS"/>
                <a:cs typeface="Trebuchet MS"/>
              </a:rPr>
              <a:t> </a:t>
            </a:r>
            <a:r>
              <a:rPr sz="3200" b="1" spc="130" dirty="0">
                <a:latin typeface="Trebuchet MS"/>
                <a:cs typeface="Trebuchet MS"/>
              </a:rPr>
              <a:t>Code</a:t>
            </a:r>
            <a:r>
              <a:rPr sz="3200" b="1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-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Code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-165" dirty="0">
                <a:latin typeface="Trebuchet MS"/>
                <a:cs typeface="Trebuchet MS"/>
              </a:rPr>
              <a:t>written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in</a:t>
            </a:r>
            <a:r>
              <a:rPr sz="3200" spc="-385" dirty="0">
                <a:latin typeface="Trebuchet MS"/>
                <a:cs typeface="Trebuchet MS"/>
              </a:rPr>
              <a:t> </a:t>
            </a:r>
            <a:r>
              <a:rPr sz="3200" spc="-60" dirty="0">
                <a:latin typeface="Trebuchet MS"/>
                <a:cs typeface="Trebuchet MS"/>
              </a:rPr>
              <a:t>Arduino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IDE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-210" dirty="0">
                <a:latin typeface="Trebuchet MS"/>
                <a:cs typeface="Trebuchet MS"/>
              </a:rPr>
              <a:t>and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-120" dirty="0">
                <a:latin typeface="Trebuchet MS"/>
                <a:cs typeface="Trebuchet MS"/>
              </a:rPr>
              <a:t>uploaded </a:t>
            </a:r>
            <a:r>
              <a:rPr sz="3200" spc="-245" dirty="0">
                <a:latin typeface="Trebuchet MS"/>
                <a:cs typeface="Trebuchet MS"/>
              </a:rPr>
              <a:t>via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USB.</a:t>
            </a:r>
            <a:endParaRPr sz="3200" dirty="0">
              <a:latin typeface="Trebuchet MS"/>
              <a:cs typeface="Trebuchet MS"/>
            </a:endParaRPr>
          </a:p>
          <a:p>
            <a:pPr marL="12700" marR="519430">
              <a:lnSpc>
                <a:spcPct val="100000"/>
              </a:lnSpc>
            </a:pPr>
            <a:r>
              <a:rPr sz="3200" b="1" dirty="0">
                <a:latin typeface="Trebuchet MS"/>
                <a:cs typeface="Trebuchet MS"/>
              </a:rPr>
              <a:t>Processing</a:t>
            </a:r>
            <a:r>
              <a:rPr sz="3200" b="1" spc="-95" dirty="0">
                <a:latin typeface="Trebuchet MS"/>
                <a:cs typeface="Trebuchet MS"/>
              </a:rPr>
              <a:t> </a:t>
            </a:r>
            <a:r>
              <a:rPr sz="3200" b="1" spc="135" dirty="0">
                <a:latin typeface="Trebuchet MS"/>
                <a:cs typeface="Trebuchet MS"/>
              </a:rPr>
              <a:t>&amp;</a:t>
            </a:r>
            <a:r>
              <a:rPr sz="3200" b="1" spc="-45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Execution</a:t>
            </a:r>
            <a:r>
              <a:rPr sz="3200" b="1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-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-110" dirty="0">
                <a:latin typeface="Trebuchet MS"/>
                <a:cs typeface="Trebuchet MS"/>
              </a:rPr>
              <a:t>Microcontroller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25" dirty="0">
                <a:latin typeface="Trebuchet MS"/>
                <a:cs typeface="Trebuchet MS"/>
              </a:rPr>
              <a:t>processes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instructions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in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105" dirty="0">
                <a:latin typeface="Trebuchet MS"/>
                <a:cs typeface="Trebuchet MS"/>
              </a:rPr>
              <a:t>real- </a:t>
            </a:r>
            <a:r>
              <a:rPr sz="3200" spc="-265" dirty="0">
                <a:latin typeface="Trebuchet MS"/>
                <a:cs typeface="Trebuchet MS"/>
              </a:rPr>
              <a:t>time.</a:t>
            </a:r>
            <a:endParaRPr sz="32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3200" b="1" dirty="0">
                <a:latin typeface="Trebuchet MS"/>
                <a:cs typeface="Trebuchet MS"/>
              </a:rPr>
              <a:t>Controlling</a:t>
            </a:r>
            <a:r>
              <a:rPr sz="3200" b="1" spc="-75" dirty="0">
                <a:latin typeface="Trebuchet MS"/>
                <a:cs typeface="Trebuchet MS"/>
              </a:rPr>
              <a:t> </a:t>
            </a:r>
            <a:r>
              <a:rPr sz="3200" b="1" spc="65" dirty="0">
                <a:latin typeface="Trebuchet MS"/>
                <a:cs typeface="Trebuchet MS"/>
              </a:rPr>
              <a:t>Outputs</a:t>
            </a:r>
            <a:r>
              <a:rPr sz="3200" b="1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-</a:t>
            </a:r>
            <a:r>
              <a:rPr sz="3200" spc="-20" dirty="0">
                <a:latin typeface="Trebuchet MS"/>
                <a:cs typeface="Trebuchet MS"/>
              </a:rPr>
              <a:t> </a:t>
            </a:r>
            <a:r>
              <a:rPr sz="3200" spc="-165" dirty="0">
                <a:latin typeface="Trebuchet MS"/>
                <a:cs typeface="Trebuchet MS"/>
              </a:rPr>
              <a:t>Executes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commands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35" dirty="0">
                <a:latin typeface="Trebuchet MS"/>
                <a:cs typeface="Trebuchet MS"/>
              </a:rPr>
              <a:t>to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-125" dirty="0">
                <a:latin typeface="Trebuchet MS"/>
                <a:cs typeface="Trebuchet MS"/>
              </a:rPr>
              <a:t>control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devices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spc="-225" dirty="0">
                <a:latin typeface="Trebuchet MS"/>
                <a:cs typeface="Trebuchet MS"/>
              </a:rPr>
              <a:t>like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lights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and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80666" y="8776832"/>
            <a:ext cx="13303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14" dirty="0">
                <a:latin typeface="Trebuchet MS"/>
                <a:cs typeface="Trebuchet MS"/>
              </a:rPr>
              <a:t>motors.</a:t>
            </a:r>
            <a:endParaRPr sz="3200" dirty="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20800" y="2806064"/>
            <a:ext cx="4267200" cy="44005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627367" y="0"/>
              <a:ext cx="937260" cy="10287000"/>
            </a:xfrm>
            <a:custGeom>
              <a:avLst/>
              <a:gdLst/>
              <a:ahLst/>
              <a:cxnLst/>
              <a:rect l="l" t="t" r="r" b="b"/>
              <a:pathLst>
                <a:path w="937260" h="10287000">
                  <a:moveTo>
                    <a:pt x="937056" y="0"/>
                  </a:moveTo>
                  <a:lnTo>
                    <a:pt x="0" y="0"/>
                  </a:lnTo>
                  <a:lnTo>
                    <a:pt x="0" y="10287000"/>
                  </a:lnTo>
                  <a:lnTo>
                    <a:pt x="937056" y="10287000"/>
                  </a:lnTo>
                  <a:lnTo>
                    <a:pt x="937056" y="0"/>
                  </a:lnTo>
                  <a:close/>
                </a:path>
              </a:pathLst>
            </a:custGeom>
            <a:solidFill>
              <a:srgbClr val="ECDF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805660" y="1005077"/>
              <a:ext cx="1159510" cy="1159510"/>
            </a:xfrm>
            <a:custGeom>
              <a:avLst/>
              <a:gdLst/>
              <a:ahLst/>
              <a:cxnLst/>
              <a:rect l="l" t="t" r="r" b="b"/>
              <a:pathLst>
                <a:path w="1159509" h="1159510">
                  <a:moveTo>
                    <a:pt x="579501" y="0"/>
                  </a:moveTo>
                  <a:lnTo>
                    <a:pt x="531974" y="1921"/>
                  </a:lnTo>
                  <a:lnTo>
                    <a:pt x="485505" y="7584"/>
                  </a:lnTo>
                  <a:lnTo>
                    <a:pt x="440243" y="16842"/>
                  </a:lnTo>
                  <a:lnTo>
                    <a:pt x="396337" y="29544"/>
                  </a:lnTo>
                  <a:lnTo>
                    <a:pt x="353937" y="45541"/>
                  </a:lnTo>
                  <a:lnTo>
                    <a:pt x="313191" y="64684"/>
                  </a:lnTo>
                  <a:lnTo>
                    <a:pt x="274248" y="86824"/>
                  </a:lnTo>
                  <a:lnTo>
                    <a:pt x="237259" y="111812"/>
                  </a:lnTo>
                  <a:lnTo>
                    <a:pt x="202371" y="139499"/>
                  </a:lnTo>
                  <a:lnTo>
                    <a:pt x="169735" y="169735"/>
                  </a:lnTo>
                  <a:lnTo>
                    <a:pt x="139499" y="202371"/>
                  </a:lnTo>
                  <a:lnTo>
                    <a:pt x="111812" y="237259"/>
                  </a:lnTo>
                  <a:lnTo>
                    <a:pt x="86824" y="274248"/>
                  </a:lnTo>
                  <a:lnTo>
                    <a:pt x="64684" y="313191"/>
                  </a:lnTo>
                  <a:lnTo>
                    <a:pt x="45541" y="353937"/>
                  </a:lnTo>
                  <a:lnTo>
                    <a:pt x="29544" y="396337"/>
                  </a:lnTo>
                  <a:lnTo>
                    <a:pt x="16842" y="440243"/>
                  </a:lnTo>
                  <a:lnTo>
                    <a:pt x="7584" y="485505"/>
                  </a:lnTo>
                  <a:lnTo>
                    <a:pt x="1921" y="531974"/>
                  </a:lnTo>
                  <a:lnTo>
                    <a:pt x="0" y="579501"/>
                  </a:lnTo>
                  <a:lnTo>
                    <a:pt x="1921" y="627027"/>
                  </a:lnTo>
                  <a:lnTo>
                    <a:pt x="7584" y="673496"/>
                  </a:lnTo>
                  <a:lnTo>
                    <a:pt x="16842" y="718758"/>
                  </a:lnTo>
                  <a:lnTo>
                    <a:pt x="29544" y="762664"/>
                  </a:lnTo>
                  <a:lnTo>
                    <a:pt x="45541" y="805064"/>
                  </a:lnTo>
                  <a:lnTo>
                    <a:pt x="64684" y="845810"/>
                  </a:lnTo>
                  <a:lnTo>
                    <a:pt x="86824" y="884753"/>
                  </a:lnTo>
                  <a:lnTo>
                    <a:pt x="111812" y="921742"/>
                  </a:lnTo>
                  <a:lnTo>
                    <a:pt x="139499" y="956630"/>
                  </a:lnTo>
                  <a:lnTo>
                    <a:pt x="169735" y="989266"/>
                  </a:lnTo>
                  <a:lnTo>
                    <a:pt x="202371" y="1019502"/>
                  </a:lnTo>
                  <a:lnTo>
                    <a:pt x="237259" y="1047189"/>
                  </a:lnTo>
                  <a:lnTo>
                    <a:pt x="274248" y="1072177"/>
                  </a:lnTo>
                  <a:lnTo>
                    <a:pt x="313191" y="1094317"/>
                  </a:lnTo>
                  <a:lnTo>
                    <a:pt x="353937" y="1113460"/>
                  </a:lnTo>
                  <a:lnTo>
                    <a:pt x="396337" y="1129457"/>
                  </a:lnTo>
                  <a:lnTo>
                    <a:pt x="440243" y="1142159"/>
                  </a:lnTo>
                  <a:lnTo>
                    <a:pt x="485505" y="1151417"/>
                  </a:lnTo>
                  <a:lnTo>
                    <a:pt x="531974" y="1157080"/>
                  </a:lnTo>
                  <a:lnTo>
                    <a:pt x="579501" y="1159002"/>
                  </a:lnTo>
                  <a:lnTo>
                    <a:pt x="627027" y="1157080"/>
                  </a:lnTo>
                  <a:lnTo>
                    <a:pt x="673496" y="1151417"/>
                  </a:lnTo>
                  <a:lnTo>
                    <a:pt x="718758" y="1142159"/>
                  </a:lnTo>
                  <a:lnTo>
                    <a:pt x="762664" y="1129457"/>
                  </a:lnTo>
                  <a:lnTo>
                    <a:pt x="805064" y="1113460"/>
                  </a:lnTo>
                  <a:lnTo>
                    <a:pt x="845810" y="1094317"/>
                  </a:lnTo>
                  <a:lnTo>
                    <a:pt x="884753" y="1072177"/>
                  </a:lnTo>
                  <a:lnTo>
                    <a:pt x="921742" y="1047189"/>
                  </a:lnTo>
                  <a:lnTo>
                    <a:pt x="956630" y="1019502"/>
                  </a:lnTo>
                  <a:lnTo>
                    <a:pt x="989266" y="989266"/>
                  </a:lnTo>
                  <a:lnTo>
                    <a:pt x="1019502" y="956630"/>
                  </a:lnTo>
                  <a:lnTo>
                    <a:pt x="1047189" y="921742"/>
                  </a:lnTo>
                  <a:lnTo>
                    <a:pt x="1072177" y="884753"/>
                  </a:lnTo>
                  <a:lnTo>
                    <a:pt x="1094317" y="845810"/>
                  </a:lnTo>
                  <a:lnTo>
                    <a:pt x="1113460" y="805064"/>
                  </a:lnTo>
                  <a:lnTo>
                    <a:pt x="1129457" y="762664"/>
                  </a:lnTo>
                  <a:lnTo>
                    <a:pt x="1142159" y="718758"/>
                  </a:lnTo>
                  <a:lnTo>
                    <a:pt x="1151417" y="673496"/>
                  </a:lnTo>
                  <a:lnTo>
                    <a:pt x="1157080" y="627027"/>
                  </a:lnTo>
                  <a:lnTo>
                    <a:pt x="1159002" y="579501"/>
                  </a:lnTo>
                  <a:lnTo>
                    <a:pt x="1157080" y="531974"/>
                  </a:lnTo>
                  <a:lnTo>
                    <a:pt x="1151417" y="485505"/>
                  </a:lnTo>
                  <a:lnTo>
                    <a:pt x="1142159" y="440243"/>
                  </a:lnTo>
                  <a:lnTo>
                    <a:pt x="1129457" y="396337"/>
                  </a:lnTo>
                  <a:lnTo>
                    <a:pt x="1113460" y="353937"/>
                  </a:lnTo>
                  <a:lnTo>
                    <a:pt x="1094317" y="313191"/>
                  </a:lnTo>
                  <a:lnTo>
                    <a:pt x="1072177" y="274248"/>
                  </a:lnTo>
                  <a:lnTo>
                    <a:pt x="1047189" y="237259"/>
                  </a:lnTo>
                  <a:lnTo>
                    <a:pt x="1019502" y="202371"/>
                  </a:lnTo>
                  <a:lnTo>
                    <a:pt x="989266" y="169735"/>
                  </a:lnTo>
                  <a:lnTo>
                    <a:pt x="956630" y="139499"/>
                  </a:lnTo>
                  <a:lnTo>
                    <a:pt x="921742" y="111812"/>
                  </a:lnTo>
                  <a:lnTo>
                    <a:pt x="884753" y="86824"/>
                  </a:lnTo>
                  <a:lnTo>
                    <a:pt x="845810" y="64684"/>
                  </a:lnTo>
                  <a:lnTo>
                    <a:pt x="805064" y="45541"/>
                  </a:lnTo>
                  <a:lnTo>
                    <a:pt x="762664" y="29544"/>
                  </a:lnTo>
                  <a:lnTo>
                    <a:pt x="718758" y="16842"/>
                  </a:lnTo>
                  <a:lnTo>
                    <a:pt x="673496" y="7584"/>
                  </a:lnTo>
                  <a:lnTo>
                    <a:pt x="627027" y="1921"/>
                  </a:lnTo>
                  <a:lnTo>
                    <a:pt x="579501" y="0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19954" y="357961"/>
            <a:ext cx="8622030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0" dirty="0"/>
              <a:t>SYSTEM</a:t>
            </a:r>
            <a:r>
              <a:rPr spc="-620" dirty="0"/>
              <a:t> </a:t>
            </a:r>
            <a:r>
              <a:rPr spc="-270" dirty="0"/>
              <a:t>COMPONENTS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212060" y="1103122"/>
            <a:ext cx="349250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50" b="1" spc="-365" dirty="0">
                <a:solidFill>
                  <a:srgbClr val="331C2C"/>
                </a:solidFill>
                <a:latin typeface="Trebuchet MS"/>
                <a:cs typeface="Trebuchet MS"/>
              </a:rPr>
              <a:t>6</a:t>
            </a:r>
            <a:endParaRPr sz="485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-1"/>
            <a:ext cx="18288000" cy="10287000"/>
            <a:chOff x="0" y="-1"/>
            <a:chExt cx="18288000" cy="10287000"/>
          </a:xfrm>
        </p:grpSpPr>
        <p:sp>
          <p:nvSpPr>
            <p:cNvPr id="8" name="object 8"/>
            <p:cNvSpPr/>
            <p:nvPr/>
          </p:nvSpPr>
          <p:spPr>
            <a:xfrm>
              <a:off x="14636091" y="-1"/>
              <a:ext cx="3652520" cy="3553460"/>
            </a:xfrm>
            <a:custGeom>
              <a:avLst/>
              <a:gdLst/>
              <a:ahLst/>
              <a:cxnLst/>
              <a:rect l="l" t="t" r="r" b="b"/>
              <a:pathLst>
                <a:path w="3652519" h="3553460">
                  <a:moveTo>
                    <a:pt x="3644823" y="3553300"/>
                  </a:moveTo>
                  <a:lnTo>
                    <a:pt x="3651903" y="3553230"/>
                  </a:lnTo>
                  <a:lnTo>
                    <a:pt x="3651907" y="0"/>
                  </a:lnTo>
                  <a:lnTo>
                    <a:pt x="0" y="0"/>
                  </a:lnTo>
                  <a:lnTo>
                    <a:pt x="6839" y="52723"/>
                  </a:lnTo>
                  <a:lnTo>
                    <a:pt x="14443" y="101394"/>
                  </a:lnTo>
                  <a:lnTo>
                    <a:pt x="23393" y="149749"/>
                  </a:lnTo>
                  <a:lnTo>
                    <a:pt x="33857" y="197731"/>
                  </a:lnTo>
                  <a:lnTo>
                    <a:pt x="45998" y="245287"/>
                  </a:lnTo>
                  <a:lnTo>
                    <a:pt x="59985" y="292359"/>
                  </a:lnTo>
                  <a:lnTo>
                    <a:pt x="75981" y="338892"/>
                  </a:lnTo>
                  <a:lnTo>
                    <a:pt x="94298" y="384880"/>
                  </a:lnTo>
                  <a:lnTo>
                    <a:pt x="115114" y="430039"/>
                  </a:lnTo>
                  <a:lnTo>
                    <a:pt x="138390" y="474093"/>
                  </a:lnTo>
                  <a:lnTo>
                    <a:pt x="164089" y="516766"/>
                  </a:lnTo>
                  <a:lnTo>
                    <a:pt x="192169" y="557781"/>
                  </a:lnTo>
                  <a:lnTo>
                    <a:pt x="222594" y="596863"/>
                  </a:lnTo>
                  <a:lnTo>
                    <a:pt x="255324" y="633734"/>
                  </a:lnTo>
                  <a:lnTo>
                    <a:pt x="290319" y="668118"/>
                  </a:lnTo>
                  <a:lnTo>
                    <a:pt x="327542" y="699740"/>
                  </a:lnTo>
                  <a:lnTo>
                    <a:pt x="366954" y="728322"/>
                  </a:lnTo>
                  <a:lnTo>
                    <a:pt x="408514" y="753588"/>
                  </a:lnTo>
                  <a:lnTo>
                    <a:pt x="452186" y="775263"/>
                  </a:lnTo>
                  <a:lnTo>
                    <a:pt x="497929" y="793069"/>
                  </a:lnTo>
                  <a:lnTo>
                    <a:pt x="547467" y="807442"/>
                  </a:lnTo>
                  <a:lnTo>
                    <a:pt x="597838" y="817997"/>
                  </a:lnTo>
                  <a:lnTo>
                    <a:pt x="648828" y="825773"/>
                  </a:lnTo>
                  <a:lnTo>
                    <a:pt x="700219" y="831811"/>
                  </a:lnTo>
                  <a:lnTo>
                    <a:pt x="803344" y="842824"/>
                  </a:lnTo>
                  <a:lnTo>
                    <a:pt x="854645" y="849877"/>
                  </a:lnTo>
                  <a:lnTo>
                    <a:pt x="905485" y="859348"/>
                  </a:lnTo>
                  <a:lnTo>
                    <a:pt x="953868" y="871659"/>
                  </a:lnTo>
                  <a:lnTo>
                    <a:pt x="1001217" y="887280"/>
                  </a:lnTo>
                  <a:lnTo>
                    <a:pt x="1047378" y="906069"/>
                  </a:lnTo>
                  <a:lnTo>
                    <a:pt x="1092196" y="927883"/>
                  </a:lnTo>
                  <a:lnTo>
                    <a:pt x="1135518" y="952582"/>
                  </a:lnTo>
                  <a:lnTo>
                    <a:pt x="1177189" y="980023"/>
                  </a:lnTo>
                  <a:lnTo>
                    <a:pt x="1217054" y="1010065"/>
                  </a:lnTo>
                  <a:lnTo>
                    <a:pt x="1254959" y="1042565"/>
                  </a:lnTo>
                  <a:lnTo>
                    <a:pt x="1290750" y="1077381"/>
                  </a:lnTo>
                  <a:lnTo>
                    <a:pt x="1324272" y="1114373"/>
                  </a:lnTo>
                  <a:lnTo>
                    <a:pt x="1355371" y="1153397"/>
                  </a:lnTo>
                  <a:lnTo>
                    <a:pt x="1383893" y="1194312"/>
                  </a:lnTo>
                  <a:lnTo>
                    <a:pt x="1409683" y="1236976"/>
                  </a:lnTo>
                  <a:lnTo>
                    <a:pt x="1432587" y="1281248"/>
                  </a:lnTo>
                  <a:lnTo>
                    <a:pt x="1452451" y="1326985"/>
                  </a:lnTo>
                  <a:lnTo>
                    <a:pt x="1469120" y="1374045"/>
                  </a:lnTo>
                  <a:lnTo>
                    <a:pt x="1482124" y="1419546"/>
                  </a:lnTo>
                  <a:lnTo>
                    <a:pt x="1493060" y="1466017"/>
                  </a:lnTo>
                  <a:lnTo>
                    <a:pt x="1502436" y="1513194"/>
                  </a:lnTo>
                  <a:lnTo>
                    <a:pt x="1510761" y="1560813"/>
                  </a:lnTo>
                  <a:lnTo>
                    <a:pt x="1526296" y="1656322"/>
                  </a:lnTo>
                  <a:lnTo>
                    <a:pt x="1534524" y="1703683"/>
                  </a:lnTo>
                  <a:lnTo>
                    <a:pt x="1543739" y="1750431"/>
                  </a:lnTo>
                  <a:lnTo>
                    <a:pt x="1554449" y="1796300"/>
                  </a:lnTo>
                  <a:lnTo>
                    <a:pt x="1567163" y="1841028"/>
                  </a:lnTo>
                  <a:lnTo>
                    <a:pt x="1582391" y="1884350"/>
                  </a:lnTo>
                  <a:lnTo>
                    <a:pt x="1600642" y="1926002"/>
                  </a:lnTo>
                  <a:lnTo>
                    <a:pt x="1622425" y="1965720"/>
                  </a:lnTo>
                  <a:lnTo>
                    <a:pt x="1648249" y="2003240"/>
                  </a:lnTo>
                  <a:lnTo>
                    <a:pt x="1678623" y="2038298"/>
                  </a:lnTo>
                  <a:lnTo>
                    <a:pt x="1714956" y="2071130"/>
                  </a:lnTo>
                  <a:lnTo>
                    <a:pt x="1754625" y="2099042"/>
                  </a:lnTo>
                  <a:lnTo>
                    <a:pt x="1797169" y="2122356"/>
                  </a:lnTo>
                  <a:lnTo>
                    <a:pt x="1842129" y="2141397"/>
                  </a:lnTo>
                  <a:lnTo>
                    <a:pt x="2532500" y="2166583"/>
                  </a:lnTo>
                  <a:lnTo>
                    <a:pt x="2581666" y="2169465"/>
                  </a:lnTo>
                  <a:lnTo>
                    <a:pt x="2630700" y="2175085"/>
                  </a:lnTo>
                  <a:lnTo>
                    <a:pt x="2677712" y="2183494"/>
                  </a:lnTo>
                  <a:lnTo>
                    <a:pt x="2723803" y="2194769"/>
                  </a:lnTo>
                  <a:lnTo>
                    <a:pt x="2768933" y="2208794"/>
                  </a:lnTo>
                  <a:lnTo>
                    <a:pt x="2813060" y="2225450"/>
                  </a:lnTo>
                  <a:lnTo>
                    <a:pt x="2856146" y="2244618"/>
                  </a:lnTo>
                  <a:lnTo>
                    <a:pt x="2898148" y="2266182"/>
                  </a:lnTo>
                  <a:lnTo>
                    <a:pt x="2939026" y="2290023"/>
                  </a:lnTo>
                  <a:lnTo>
                    <a:pt x="2978740" y="2316024"/>
                  </a:lnTo>
                  <a:lnTo>
                    <a:pt x="3017250" y="2344065"/>
                  </a:lnTo>
                  <a:lnTo>
                    <a:pt x="3054515" y="2374031"/>
                  </a:lnTo>
                  <a:lnTo>
                    <a:pt x="3090495" y="2405802"/>
                  </a:lnTo>
                  <a:lnTo>
                    <a:pt x="3125149" y="2439261"/>
                  </a:lnTo>
                  <a:lnTo>
                    <a:pt x="3158436" y="2474290"/>
                  </a:lnTo>
                  <a:lnTo>
                    <a:pt x="3190316" y="2510770"/>
                  </a:lnTo>
                  <a:lnTo>
                    <a:pt x="3220749" y="2548585"/>
                  </a:lnTo>
                  <a:lnTo>
                    <a:pt x="3249694" y="2587616"/>
                  </a:lnTo>
                  <a:lnTo>
                    <a:pt x="3277111" y="2627745"/>
                  </a:lnTo>
                  <a:lnTo>
                    <a:pt x="3302958" y="2668854"/>
                  </a:lnTo>
                  <a:lnTo>
                    <a:pt x="3327197" y="2710826"/>
                  </a:lnTo>
                  <a:lnTo>
                    <a:pt x="3349785" y="2753542"/>
                  </a:lnTo>
                  <a:lnTo>
                    <a:pt x="3370684" y="2796885"/>
                  </a:lnTo>
                  <a:lnTo>
                    <a:pt x="3390430" y="2841833"/>
                  </a:lnTo>
                  <a:lnTo>
                    <a:pt x="3408762" y="2887321"/>
                  </a:lnTo>
                  <a:lnTo>
                    <a:pt x="3425749" y="2933303"/>
                  </a:lnTo>
                  <a:lnTo>
                    <a:pt x="3441460" y="2979732"/>
                  </a:lnTo>
                  <a:lnTo>
                    <a:pt x="3455964" y="3026559"/>
                  </a:lnTo>
                  <a:lnTo>
                    <a:pt x="3469330" y="3073739"/>
                  </a:lnTo>
                  <a:lnTo>
                    <a:pt x="3481629" y="3121223"/>
                  </a:lnTo>
                  <a:lnTo>
                    <a:pt x="3492928" y="3168966"/>
                  </a:lnTo>
                  <a:lnTo>
                    <a:pt x="3503297" y="3216919"/>
                  </a:lnTo>
                  <a:lnTo>
                    <a:pt x="3512805" y="3265036"/>
                  </a:lnTo>
                  <a:lnTo>
                    <a:pt x="3521522" y="3313269"/>
                  </a:lnTo>
                  <a:lnTo>
                    <a:pt x="3527871" y="3353945"/>
                  </a:lnTo>
                  <a:lnTo>
                    <a:pt x="3534918" y="3397184"/>
                  </a:lnTo>
                  <a:lnTo>
                    <a:pt x="3544498" y="3440171"/>
                  </a:lnTo>
                  <a:lnTo>
                    <a:pt x="3558444" y="3480090"/>
                  </a:lnTo>
                  <a:lnTo>
                    <a:pt x="3578591" y="3514129"/>
                  </a:lnTo>
                  <a:lnTo>
                    <a:pt x="3606772" y="3539470"/>
                  </a:lnTo>
                  <a:lnTo>
                    <a:pt x="3644823" y="3553300"/>
                  </a:lnTo>
                  <a:close/>
                </a:path>
                <a:path w="3652519" h="3553460">
                  <a:moveTo>
                    <a:pt x="2087062" y="2183820"/>
                  </a:moveTo>
                  <a:lnTo>
                    <a:pt x="2136855" y="2184012"/>
                  </a:lnTo>
                  <a:lnTo>
                    <a:pt x="2186345" y="2182416"/>
                  </a:lnTo>
                  <a:lnTo>
                    <a:pt x="2235866" y="2179686"/>
                  </a:lnTo>
                  <a:lnTo>
                    <a:pt x="2384411" y="2169527"/>
                  </a:lnTo>
                  <a:lnTo>
                    <a:pt x="2433852" y="2167098"/>
                  </a:lnTo>
                  <a:lnTo>
                    <a:pt x="2483222" y="2165956"/>
                  </a:lnTo>
                  <a:lnTo>
                    <a:pt x="2532500" y="2166583"/>
                  </a:lnTo>
                  <a:lnTo>
                    <a:pt x="1853039" y="2144906"/>
                  </a:lnTo>
                  <a:lnTo>
                    <a:pt x="1889045" y="2156488"/>
                  </a:lnTo>
                  <a:lnTo>
                    <a:pt x="1937456" y="2167953"/>
                  </a:lnTo>
                  <a:lnTo>
                    <a:pt x="1986450" y="2176039"/>
                  </a:lnTo>
                  <a:lnTo>
                    <a:pt x="1986061" y="2176027"/>
                  </a:lnTo>
                  <a:lnTo>
                    <a:pt x="2036925" y="2181295"/>
                  </a:lnTo>
                  <a:lnTo>
                    <a:pt x="2087062" y="2183820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15999"/>
              <a:ext cx="1144270" cy="1892935"/>
            </a:xfrm>
            <a:custGeom>
              <a:avLst/>
              <a:gdLst/>
              <a:ahLst/>
              <a:cxnLst/>
              <a:rect l="l" t="t" r="r" b="b"/>
              <a:pathLst>
                <a:path w="1144270" h="1892935">
                  <a:moveTo>
                    <a:pt x="0" y="0"/>
                  </a:moveTo>
                  <a:lnTo>
                    <a:pt x="0" y="1658009"/>
                  </a:lnTo>
                  <a:lnTo>
                    <a:pt x="61612" y="1731358"/>
                  </a:lnTo>
                  <a:lnTo>
                    <a:pt x="131601" y="1796917"/>
                  </a:lnTo>
                  <a:lnTo>
                    <a:pt x="169970" y="1824817"/>
                  </a:lnTo>
                  <a:lnTo>
                    <a:pt x="210847" y="1848588"/>
                  </a:lnTo>
                  <a:lnTo>
                    <a:pt x="254428" y="1867574"/>
                  </a:lnTo>
                  <a:lnTo>
                    <a:pt x="301991" y="1881468"/>
                  </a:lnTo>
                  <a:lnTo>
                    <a:pt x="350535" y="1889618"/>
                  </a:lnTo>
                  <a:lnTo>
                    <a:pt x="399818" y="1892835"/>
                  </a:lnTo>
                  <a:lnTo>
                    <a:pt x="499635" y="1887710"/>
                  </a:lnTo>
                  <a:lnTo>
                    <a:pt x="697135" y="1853659"/>
                  </a:lnTo>
                  <a:lnTo>
                    <a:pt x="841835" y="1816157"/>
                  </a:lnTo>
                  <a:lnTo>
                    <a:pt x="932213" y="1778964"/>
                  </a:lnTo>
                  <a:lnTo>
                    <a:pt x="973774" y="1755212"/>
                  </a:lnTo>
                  <a:lnTo>
                    <a:pt x="1012115" y="1727355"/>
                  </a:lnTo>
                  <a:lnTo>
                    <a:pt x="1046636" y="1694895"/>
                  </a:lnTo>
                  <a:lnTo>
                    <a:pt x="1076737" y="1657332"/>
                  </a:lnTo>
                  <a:lnTo>
                    <a:pt x="1101510" y="1614832"/>
                  </a:lnTo>
                  <a:lnTo>
                    <a:pt x="1119869" y="1569653"/>
                  </a:lnTo>
                  <a:lnTo>
                    <a:pt x="1132556" y="1522332"/>
                  </a:lnTo>
                  <a:lnTo>
                    <a:pt x="1140313" y="1473407"/>
                  </a:lnTo>
                  <a:lnTo>
                    <a:pt x="1143881" y="1423417"/>
                  </a:lnTo>
                  <a:lnTo>
                    <a:pt x="1141418" y="1322392"/>
                  </a:lnTo>
                  <a:lnTo>
                    <a:pt x="1124436" y="1173604"/>
                  </a:lnTo>
                  <a:lnTo>
                    <a:pt x="1088144" y="977766"/>
                  </a:lnTo>
                  <a:lnTo>
                    <a:pt x="1036853" y="785295"/>
                  </a:lnTo>
                  <a:lnTo>
                    <a:pt x="968834" y="595314"/>
                  </a:lnTo>
                  <a:lnTo>
                    <a:pt x="922140" y="504796"/>
                  </a:lnTo>
                  <a:lnTo>
                    <a:pt x="893754" y="463171"/>
                  </a:lnTo>
                  <a:lnTo>
                    <a:pt x="861293" y="424940"/>
                  </a:lnTo>
                  <a:lnTo>
                    <a:pt x="824220" y="390829"/>
                  </a:lnTo>
                  <a:lnTo>
                    <a:pt x="784868" y="362957"/>
                  </a:lnTo>
                  <a:lnTo>
                    <a:pt x="743065" y="340127"/>
                  </a:lnTo>
                  <a:lnTo>
                    <a:pt x="699181" y="321536"/>
                  </a:lnTo>
                  <a:lnTo>
                    <a:pt x="606652" y="293858"/>
                  </a:lnTo>
                  <a:lnTo>
                    <a:pt x="364827" y="242598"/>
                  </a:lnTo>
                  <a:lnTo>
                    <a:pt x="271669" y="212391"/>
                  </a:lnTo>
                  <a:lnTo>
                    <a:pt x="227542" y="192260"/>
                  </a:lnTo>
                  <a:lnTo>
                    <a:pt x="185567" y="168767"/>
                  </a:lnTo>
                  <a:lnTo>
                    <a:pt x="107947" y="112621"/>
                  </a:lnTo>
                  <a:lnTo>
                    <a:pt x="38563" y="45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205" y="0"/>
              <a:ext cx="1123315" cy="517525"/>
            </a:xfrm>
            <a:custGeom>
              <a:avLst/>
              <a:gdLst/>
              <a:ahLst/>
              <a:cxnLst/>
              <a:rect l="l" t="t" r="r" b="b"/>
              <a:pathLst>
                <a:path w="1123315" h="517525">
                  <a:moveTo>
                    <a:pt x="1059869" y="0"/>
                  </a:moveTo>
                  <a:lnTo>
                    <a:pt x="0" y="0"/>
                  </a:lnTo>
                  <a:lnTo>
                    <a:pt x="27343" y="45451"/>
                  </a:lnTo>
                  <a:lnTo>
                    <a:pt x="81706" y="122376"/>
                  </a:lnTo>
                  <a:lnTo>
                    <a:pt x="142780" y="194155"/>
                  </a:lnTo>
                  <a:lnTo>
                    <a:pt x="209975" y="260238"/>
                  </a:lnTo>
                  <a:lnTo>
                    <a:pt x="282704" y="320072"/>
                  </a:lnTo>
                  <a:lnTo>
                    <a:pt x="360377" y="373106"/>
                  </a:lnTo>
                  <a:lnTo>
                    <a:pt x="442407" y="418787"/>
                  </a:lnTo>
                  <a:lnTo>
                    <a:pt x="528205" y="456564"/>
                  </a:lnTo>
                  <a:lnTo>
                    <a:pt x="572333" y="472317"/>
                  </a:lnTo>
                  <a:lnTo>
                    <a:pt x="617182" y="485886"/>
                  </a:lnTo>
                  <a:lnTo>
                    <a:pt x="662679" y="497203"/>
                  </a:lnTo>
                  <a:lnTo>
                    <a:pt x="708751" y="506200"/>
                  </a:lnTo>
                  <a:lnTo>
                    <a:pt x="755323" y="512806"/>
                  </a:lnTo>
                  <a:lnTo>
                    <a:pt x="809989" y="517007"/>
                  </a:lnTo>
                  <a:lnTo>
                    <a:pt x="864958" y="516057"/>
                  </a:lnTo>
                  <a:lnTo>
                    <a:pt x="918666" y="508260"/>
                  </a:lnTo>
                  <a:lnTo>
                    <a:pt x="969548" y="491921"/>
                  </a:lnTo>
                  <a:lnTo>
                    <a:pt x="1016039" y="465345"/>
                  </a:lnTo>
                  <a:lnTo>
                    <a:pt x="1049985" y="434719"/>
                  </a:lnTo>
                  <a:lnTo>
                    <a:pt x="1077278" y="398237"/>
                  </a:lnTo>
                  <a:lnTo>
                    <a:pt x="1098065" y="357243"/>
                  </a:lnTo>
                  <a:lnTo>
                    <a:pt x="1112492" y="313076"/>
                  </a:lnTo>
                  <a:lnTo>
                    <a:pt x="1120705" y="267080"/>
                  </a:lnTo>
                  <a:lnTo>
                    <a:pt x="1122849" y="220597"/>
                  </a:lnTo>
                  <a:lnTo>
                    <a:pt x="1118741" y="170556"/>
                  </a:lnTo>
                  <a:lnTo>
                    <a:pt x="1108932" y="121459"/>
                  </a:lnTo>
                  <a:lnTo>
                    <a:pt x="1093952" y="73579"/>
                  </a:lnTo>
                  <a:lnTo>
                    <a:pt x="1074330" y="27190"/>
                  </a:lnTo>
                  <a:lnTo>
                    <a:pt x="1059869" y="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6893224"/>
              <a:ext cx="3025775" cy="3394075"/>
            </a:xfrm>
            <a:custGeom>
              <a:avLst/>
              <a:gdLst/>
              <a:ahLst/>
              <a:cxnLst/>
              <a:rect l="l" t="t" r="r" b="b"/>
              <a:pathLst>
                <a:path w="3025775" h="3394075">
                  <a:moveTo>
                    <a:pt x="180449" y="7524"/>
                  </a:moveTo>
                  <a:lnTo>
                    <a:pt x="131250" y="0"/>
                  </a:lnTo>
                  <a:lnTo>
                    <a:pt x="89100" y="7252"/>
                  </a:lnTo>
                  <a:lnTo>
                    <a:pt x="52706" y="28239"/>
                  </a:lnTo>
                  <a:lnTo>
                    <a:pt x="21421" y="60098"/>
                  </a:lnTo>
                  <a:lnTo>
                    <a:pt x="5" y="91929"/>
                  </a:lnTo>
                  <a:lnTo>
                    <a:pt x="0" y="3393773"/>
                  </a:lnTo>
                  <a:lnTo>
                    <a:pt x="3025318" y="3393779"/>
                  </a:lnTo>
                  <a:lnTo>
                    <a:pt x="2995744" y="3359010"/>
                  </a:lnTo>
                  <a:lnTo>
                    <a:pt x="2961439" y="3324444"/>
                  </a:lnTo>
                  <a:lnTo>
                    <a:pt x="2924479" y="3292806"/>
                  </a:lnTo>
                  <a:lnTo>
                    <a:pt x="2884856" y="3264373"/>
                  </a:lnTo>
                  <a:lnTo>
                    <a:pt x="2842565" y="3239426"/>
                  </a:lnTo>
                  <a:lnTo>
                    <a:pt x="2795974" y="3217257"/>
                  </a:lnTo>
                  <a:lnTo>
                    <a:pt x="2747946" y="3198723"/>
                  </a:lnTo>
                  <a:lnTo>
                    <a:pt x="2698860" y="3182832"/>
                  </a:lnTo>
                  <a:lnTo>
                    <a:pt x="2649097" y="3168594"/>
                  </a:lnTo>
                  <a:lnTo>
                    <a:pt x="2549062" y="3141110"/>
                  </a:lnTo>
                  <a:lnTo>
                    <a:pt x="2499552" y="3125883"/>
                  </a:lnTo>
                  <a:lnTo>
                    <a:pt x="2450886" y="3108344"/>
                  </a:lnTo>
                  <a:lnTo>
                    <a:pt x="2405104" y="3088397"/>
                  </a:lnTo>
                  <a:lnTo>
                    <a:pt x="2360875" y="3065348"/>
                  </a:lnTo>
                  <a:lnTo>
                    <a:pt x="2318330" y="3039363"/>
                  </a:lnTo>
                  <a:lnTo>
                    <a:pt x="2277597" y="3010608"/>
                  </a:lnTo>
                  <a:lnTo>
                    <a:pt x="2238807" y="2979246"/>
                  </a:lnTo>
                  <a:lnTo>
                    <a:pt x="2202088" y="2945443"/>
                  </a:lnTo>
                  <a:lnTo>
                    <a:pt x="2167571" y="2909363"/>
                  </a:lnTo>
                  <a:lnTo>
                    <a:pt x="2135385" y="2871172"/>
                  </a:lnTo>
                  <a:lnTo>
                    <a:pt x="2105659" y="2831035"/>
                  </a:lnTo>
                  <a:lnTo>
                    <a:pt x="2078523" y="2789116"/>
                  </a:lnTo>
                  <a:lnTo>
                    <a:pt x="2054107" y="2745581"/>
                  </a:lnTo>
                  <a:lnTo>
                    <a:pt x="2032540" y="2700593"/>
                  </a:lnTo>
                  <a:lnTo>
                    <a:pt x="2013951" y="2654319"/>
                  </a:lnTo>
                  <a:lnTo>
                    <a:pt x="1998470" y="2606923"/>
                  </a:lnTo>
                  <a:lnTo>
                    <a:pt x="1986227" y="2558570"/>
                  </a:lnTo>
                  <a:lnTo>
                    <a:pt x="1977352" y="2509426"/>
                  </a:lnTo>
                  <a:lnTo>
                    <a:pt x="1971843" y="2462411"/>
                  </a:lnTo>
                  <a:lnTo>
                    <a:pt x="1968532" y="2414772"/>
                  </a:lnTo>
                  <a:lnTo>
                    <a:pt x="1966875" y="2366687"/>
                  </a:lnTo>
                  <a:lnTo>
                    <a:pt x="1966327" y="2318334"/>
                  </a:lnTo>
                  <a:lnTo>
                    <a:pt x="1966374" y="2221542"/>
                  </a:lnTo>
                  <a:lnTo>
                    <a:pt x="1965880" y="2173460"/>
                  </a:lnTo>
                  <a:lnTo>
                    <a:pt x="1964313" y="2125825"/>
                  </a:lnTo>
                  <a:lnTo>
                    <a:pt x="1961128" y="2078816"/>
                  </a:lnTo>
                  <a:lnTo>
                    <a:pt x="1955781" y="2032611"/>
                  </a:lnTo>
                  <a:lnTo>
                    <a:pt x="1947726" y="1987389"/>
                  </a:lnTo>
                  <a:lnTo>
                    <a:pt x="1936417" y="1943329"/>
                  </a:lnTo>
                  <a:lnTo>
                    <a:pt x="1921310" y="1900609"/>
                  </a:lnTo>
                  <a:lnTo>
                    <a:pt x="1901859" y="1859408"/>
                  </a:lnTo>
                  <a:lnTo>
                    <a:pt x="1877520" y="1819905"/>
                  </a:lnTo>
                  <a:lnTo>
                    <a:pt x="1846939" y="1781639"/>
                  </a:lnTo>
                  <a:lnTo>
                    <a:pt x="1812273" y="1747694"/>
                  </a:lnTo>
                  <a:lnTo>
                    <a:pt x="1774027" y="1717824"/>
                  </a:lnTo>
                  <a:lnTo>
                    <a:pt x="1732708" y="1691784"/>
                  </a:lnTo>
                  <a:lnTo>
                    <a:pt x="1055204" y="1555714"/>
                  </a:lnTo>
                  <a:lnTo>
                    <a:pt x="1007130" y="1544950"/>
                  </a:lnTo>
                  <a:lnTo>
                    <a:pt x="959627" y="1531503"/>
                  </a:lnTo>
                  <a:lnTo>
                    <a:pt x="914569" y="1515629"/>
                  </a:lnTo>
                  <a:lnTo>
                    <a:pt x="870883" y="1497073"/>
                  </a:lnTo>
                  <a:lnTo>
                    <a:pt x="828588" y="1475958"/>
                  </a:lnTo>
                  <a:lnTo>
                    <a:pt x="787707" y="1452406"/>
                  </a:lnTo>
                  <a:lnTo>
                    <a:pt x="748259" y="1426542"/>
                  </a:lnTo>
                  <a:lnTo>
                    <a:pt x="710267" y="1398488"/>
                  </a:lnTo>
                  <a:lnTo>
                    <a:pt x="673750" y="1368367"/>
                  </a:lnTo>
                  <a:lnTo>
                    <a:pt x="638731" y="1336301"/>
                  </a:lnTo>
                  <a:lnTo>
                    <a:pt x="605229" y="1302414"/>
                  </a:lnTo>
                  <a:lnTo>
                    <a:pt x="573266" y="1266828"/>
                  </a:lnTo>
                  <a:lnTo>
                    <a:pt x="542864" y="1229667"/>
                  </a:lnTo>
                  <a:lnTo>
                    <a:pt x="514042" y="1191053"/>
                  </a:lnTo>
                  <a:lnTo>
                    <a:pt x="486822" y="1151109"/>
                  </a:lnTo>
                  <a:lnTo>
                    <a:pt x="461225" y="1109959"/>
                  </a:lnTo>
                  <a:lnTo>
                    <a:pt x="437271" y="1067725"/>
                  </a:lnTo>
                  <a:lnTo>
                    <a:pt x="414983" y="1024530"/>
                  </a:lnTo>
                  <a:lnTo>
                    <a:pt x="394380" y="980497"/>
                  </a:lnTo>
                  <a:lnTo>
                    <a:pt x="375484" y="935749"/>
                  </a:lnTo>
                  <a:lnTo>
                    <a:pt x="358316" y="890409"/>
                  </a:lnTo>
                  <a:lnTo>
                    <a:pt x="342896" y="844599"/>
                  </a:lnTo>
                  <a:lnTo>
                    <a:pt x="329246" y="798443"/>
                  </a:lnTo>
                  <a:lnTo>
                    <a:pt x="316992" y="750888"/>
                  </a:lnTo>
                  <a:lnTo>
                    <a:pt x="306222" y="703027"/>
                  </a:lnTo>
                  <a:lnTo>
                    <a:pt x="296858" y="654896"/>
                  </a:lnTo>
                  <a:lnTo>
                    <a:pt x="288827" y="606530"/>
                  </a:lnTo>
                  <a:lnTo>
                    <a:pt x="282051" y="557963"/>
                  </a:lnTo>
                  <a:lnTo>
                    <a:pt x="276454" y="509233"/>
                  </a:lnTo>
                  <a:lnTo>
                    <a:pt x="271962" y="460373"/>
                  </a:lnTo>
                  <a:lnTo>
                    <a:pt x="268497" y="411420"/>
                  </a:lnTo>
                  <a:lnTo>
                    <a:pt x="265984" y="362409"/>
                  </a:lnTo>
                  <a:lnTo>
                    <a:pt x="264348" y="313375"/>
                  </a:lnTo>
                  <a:lnTo>
                    <a:pt x="263512" y="264353"/>
                  </a:lnTo>
                  <a:lnTo>
                    <a:pt x="263796" y="223173"/>
                  </a:lnTo>
                  <a:lnTo>
                    <a:pt x="263804" y="179351"/>
                  </a:lnTo>
                  <a:lnTo>
                    <a:pt x="261271" y="135370"/>
                  </a:lnTo>
                  <a:lnTo>
                    <a:pt x="253933" y="93713"/>
                  </a:lnTo>
                  <a:lnTo>
                    <a:pt x="239526" y="56865"/>
                  </a:lnTo>
                  <a:lnTo>
                    <a:pt x="215786" y="27307"/>
                  </a:lnTo>
                  <a:lnTo>
                    <a:pt x="180449" y="7524"/>
                  </a:lnTo>
                  <a:close/>
                </a:path>
                <a:path w="3025775" h="3394075">
                  <a:moveTo>
                    <a:pt x="1497734" y="1610449"/>
                  </a:moveTo>
                  <a:lnTo>
                    <a:pt x="1448607" y="1602239"/>
                  </a:lnTo>
                  <a:lnTo>
                    <a:pt x="1399492" y="1595842"/>
                  </a:lnTo>
                  <a:lnTo>
                    <a:pt x="1350163" y="1590561"/>
                  </a:lnTo>
                  <a:lnTo>
                    <a:pt x="1201877" y="1576662"/>
                  </a:lnTo>
                  <a:lnTo>
                    <a:pt x="1152676" y="1571096"/>
                  </a:lnTo>
                  <a:lnTo>
                    <a:pt x="1103752" y="1564271"/>
                  </a:lnTo>
                  <a:lnTo>
                    <a:pt x="1055204" y="1555714"/>
                  </a:lnTo>
                  <a:lnTo>
                    <a:pt x="1722503" y="1686562"/>
                  </a:lnTo>
                  <a:lnTo>
                    <a:pt x="1688822" y="1669328"/>
                  </a:lnTo>
                  <a:lnTo>
                    <a:pt x="1642875" y="1650212"/>
                  </a:lnTo>
                  <a:lnTo>
                    <a:pt x="1595809" y="1634337"/>
                  </a:lnTo>
                  <a:lnTo>
                    <a:pt x="1596191" y="1634412"/>
                  </a:lnTo>
                  <a:lnTo>
                    <a:pt x="1546825" y="1621018"/>
                  </a:lnTo>
                  <a:lnTo>
                    <a:pt x="1497734" y="1610449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93119" y="1309986"/>
            <a:ext cx="4916805" cy="7280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47700">
              <a:lnSpc>
                <a:spcPct val="100000"/>
              </a:lnSpc>
              <a:spcBef>
                <a:spcPts val="95"/>
              </a:spcBef>
            </a:pPr>
            <a:r>
              <a:rPr sz="2800" b="1" spc="185" dirty="0">
                <a:latin typeface="Trebuchet MS"/>
                <a:cs typeface="Trebuchet MS"/>
              </a:rPr>
              <a:t>What</a:t>
            </a:r>
            <a:r>
              <a:rPr sz="2800" b="1" spc="-140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is</a:t>
            </a:r>
            <a:r>
              <a:rPr sz="2800" b="1" spc="-120" dirty="0">
                <a:latin typeface="Trebuchet MS"/>
                <a:cs typeface="Trebuchet MS"/>
              </a:rPr>
              <a:t> </a:t>
            </a:r>
            <a:r>
              <a:rPr sz="2800" b="1" spc="245" dirty="0">
                <a:latin typeface="Trebuchet MS"/>
                <a:cs typeface="Trebuchet MS"/>
              </a:rPr>
              <a:t>HC-</a:t>
            </a:r>
            <a:r>
              <a:rPr sz="2800" b="1" spc="-45" dirty="0">
                <a:latin typeface="Trebuchet MS"/>
                <a:cs typeface="Trebuchet MS"/>
              </a:rPr>
              <a:t>05</a:t>
            </a:r>
            <a:r>
              <a:rPr sz="2800" b="1" spc="-114" dirty="0">
                <a:latin typeface="Trebuchet MS"/>
                <a:cs typeface="Trebuchet MS"/>
              </a:rPr>
              <a:t> </a:t>
            </a:r>
            <a:r>
              <a:rPr sz="2800" b="1" spc="-10" dirty="0">
                <a:latin typeface="Trebuchet MS"/>
                <a:cs typeface="Trebuchet MS"/>
              </a:rPr>
              <a:t>Bluetooth Module?</a:t>
            </a:r>
            <a:endParaRPr sz="28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2800" spc="-50" dirty="0">
                <a:latin typeface="Trebuchet MS"/>
                <a:cs typeface="Trebuchet MS"/>
              </a:rPr>
              <a:t>Wireless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Bluetooth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module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for </a:t>
            </a:r>
            <a:r>
              <a:rPr sz="2800" spc="-155" dirty="0">
                <a:latin typeface="Trebuchet MS"/>
                <a:cs typeface="Trebuchet MS"/>
              </a:rPr>
              <a:t>communication</a:t>
            </a:r>
            <a:r>
              <a:rPr sz="2800" spc="5" dirty="0">
                <a:latin typeface="Trebuchet MS"/>
                <a:cs typeface="Trebuchet MS"/>
              </a:rPr>
              <a:t> </a:t>
            </a:r>
            <a:r>
              <a:rPr sz="2800" spc="-185" dirty="0">
                <a:latin typeface="Trebuchet MS"/>
                <a:cs typeface="Trebuchet MS"/>
              </a:rPr>
              <a:t>between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devices. </a:t>
            </a:r>
            <a:r>
              <a:rPr sz="2800" spc="-40" dirty="0">
                <a:latin typeface="Trebuchet MS"/>
                <a:cs typeface="Trebuchet MS"/>
              </a:rPr>
              <a:t>Used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in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195" dirty="0">
                <a:latin typeface="Trebuchet MS"/>
                <a:cs typeface="Trebuchet MS"/>
              </a:rPr>
              <a:t>IoT,</a:t>
            </a:r>
            <a:r>
              <a:rPr sz="2800" spc="-345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robotics,</a:t>
            </a:r>
            <a:r>
              <a:rPr sz="2800" spc="-335" dirty="0">
                <a:latin typeface="Trebuchet MS"/>
                <a:cs typeface="Trebuchet MS"/>
              </a:rPr>
              <a:t> </a:t>
            </a:r>
            <a:r>
              <a:rPr sz="2800" spc="-185" dirty="0">
                <a:latin typeface="Trebuchet MS"/>
                <a:cs typeface="Trebuchet MS"/>
              </a:rPr>
              <a:t>and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wireless </a:t>
            </a:r>
            <a:r>
              <a:rPr sz="2800" spc="-95" dirty="0">
                <a:latin typeface="Trebuchet MS"/>
                <a:cs typeface="Trebuchet MS"/>
              </a:rPr>
              <a:t>control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applications.</a:t>
            </a:r>
            <a:endParaRPr sz="2800">
              <a:latin typeface="Trebuchet MS"/>
              <a:cs typeface="Trebuchet MS"/>
            </a:endParaRPr>
          </a:p>
          <a:p>
            <a:pPr marL="12700" marR="41275">
              <a:lnSpc>
                <a:spcPct val="100000"/>
              </a:lnSpc>
            </a:pPr>
            <a:r>
              <a:rPr sz="2800" spc="-85" dirty="0">
                <a:latin typeface="Trebuchet MS"/>
                <a:cs typeface="Trebuchet MS"/>
              </a:rPr>
              <a:t>Supports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Master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190" dirty="0">
                <a:latin typeface="Trebuchet MS"/>
                <a:cs typeface="Trebuchet MS"/>
              </a:rPr>
              <a:t>and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225" dirty="0">
                <a:latin typeface="Trebuchet MS"/>
                <a:cs typeface="Trebuchet MS"/>
              </a:rPr>
              <a:t>Slave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modes </a:t>
            </a:r>
            <a:r>
              <a:rPr sz="2800" spc="-100" dirty="0">
                <a:latin typeface="Trebuchet MS"/>
                <a:cs typeface="Trebuchet MS"/>
              </a:rPr>
              <a:t>for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two-</a:t>
            </a:r>
            <a:r>
              <a:rPr sz="2800" spc="-220" dirty="0">
                <a:latin typeface="Trebuchet MS"/>
                <a:cs typeface="Trebuchet MS"/>
              </a:rPr>
              <a:t>way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communication.</a:t>
            </a:r>
            <a:endParaRPr sz="2800">
              <a:latin typeface="Trebuchet MS"/>
              <a:cs typeface="Trebuchet MS"/>
            </a:endParaRPr>
          </a:p>
          <a:p>
            <a:pPr marL="12700" marR="21590">
              <a:lnSpc>
                <a:spcPct val="100000"/>
              </a:lnSpc>
            </a:pPr>
            <a:r>
              <a:rPr sz="2800" dirty="0">
                <a:latin typeface="Trebuchet MS"/>
                <a:cs typeface="Trebuchet MS"/>
              </a:rPr>
              <a:t>Works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on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Bluetooth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190" dirty="0">
                <a:latin typeface="Trebuchet MS"/>
                <a:cs typeface="Trebuchet MS"/>
              </a:rPr>
              <a:t>2.0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160" dirty="0">
                <a:latin typeface="Trebuchet MS"/>
                <a:cs typeface="Trebuchet MS"/>
              </a:rPr>
              <a:t>+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75" dirty="0">
                <a:latin typeface="Trebuchet MS"/>
                <a:cs typeface="Trebuchet MS"/>
              </a:rPr>
              <a:t>EDR </a:t>
            </a:r>
            <a:r>
              <a:rPr sz="2800" spc="-160" dirty="0">
                <a:latin typeface="Trebuchet MS"/>
                <a:cs typeface="Trebuchet MS"/>
              </a:rPr>
              <a:t>(Enhanced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Data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Rate)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technology. </a:t>
            </a:r>
            <a:r>
              <a:rPr sz="2800" b="1" spc="110" dirty="0">
                <a:latin typeface="Trebuchet MS"/>
                <a:cs typeface="Trebuchet MS"/>
              </a:rPr>
              <a:t>How</a:t>
            </a:r>
            <a:r>
              <a:rPr sz="2800" b="1" spc="-45" dirty="0">
                <a:latin typeface="Trebuchet MS"/>
                <a:cs typeface="Trebuchet MS"/>
              </a:rPr>
              <a:t> </a:t>
            </a:r>
            <a:r>
              <a:rPr sz="2800" b="1" spc="245" dirty="0">
                <a:latin typeface="Trebuchet MS"/>
                <a:cs typeface="Trebuchet MS"/>
              </a:rPr>
              <a:t>HC-</a:t>
            </a:r>
            <a:r>
              <a:rPr sz="2800" b="1" spc="-105" dirty="0">
                <a:latin typeface="Trebuchet MS"/>
                <a:cs typeface="Trebuchet MS"/>
              </a:rPr>
              <a:t>05</a:t>
            </a:r>
            <a:r>
              <a:rPr sz="2800" b="1" spc="-390" dirty="0">
                <a:latin typeface="Trebuchet MS"/>
                <a:cs typeface="Trebuchet MS"/>
              </a:rPr>
              <a:t> </a:t>
            </a:r>
            <a:r>
              <a:rPr sz="2800" b="1" spc="55" dirty="0">
                <a:latin typeface="Trebuchet MS"/>
                <a:cs typeface="Trebuchet MS"/>
              </a:rPr>
              <a:t>Works?</a:t>
            </a:r>
            <a:endParaRPr sz="2800">
              <a:latin typeface="Trebuchet MS"/>
              <a:cs typeface="Trebuchet MS"/>
            </a:endParaRPr>
          </a:p>
          <a:p>
            <a:pPr marL="12700" marR="116205">
              <a:lnSpc>
                <a:spcPct val="100000"/>
              </a:lnSpc>
              <a:spcBef>
                <a:spcPts val="5"/>
              </a:spcBef>
            </a:pPr>
            <a:r>
              <a:rPr sz="2800" b="1" spc="105" dirty="0">
                <a:latin typeface="Trebuchet MS"/>
                <a:cs typeface="Trebuchet MS"/>
              </a:rPr>
              <a:t>Data</a:t>
            </a:r>
            <a:r>
              <a:rPr sz="2800" b="1" spc="-480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Transmission</a:t>
            </a:r>
            <a:r>
              <a:rPr sz="2800" b="1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-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Sends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and </a:t>
            </a:r>
            <a:r>
              <a:rPr sz="2800" spc="-170" dirty="0">
                <a:latin typeface="Trebuchet MS"/>
                <a:cs typeface="Trebuchet MS"/>
              </a:rPr>
              <a:t>receives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spc="-225" dirty="0">
                <a:latin typeface="Trebuchet MS"/>
                <a:cs typeface="Trebuchet MS"/>
              </a:rPr>
              <a:t>data</a:t>
            </a:r>
            <a:r>
              <a:rPr sz="2800" spc="-5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wirelessly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using </a:t>
            </a:r>
            <a:r>
              <a:rPr sz="2800" dirty="0">
                <a:latin typeface="Trebuchet MS"/>
                <a:cs typeface="Trebuchet MS"/>
              </a:rPr>
              <a:t>UART</a:t>
            </a:r>
            <a:r>
              <a:rPr sz="2800" spc="7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communication.</a:t>
            </a:r>
            <a:endParaRPr sz="2800">
              <a:latin typeface="Trebuchet MS"/>
              <a:cs typeface="Trebuchet MS"/>
            </a:endParaRPr>
          </a:p>
          <a:p>
            <a:pPr marL="12700" marR="629920">
              <a:lnSpc>
                <a:spcPct val="100000"/>
              </a:lnSpc>
            </a:pPr>
            <a:r>
              <a:rPr sz="2800" b="1" dirty="0">
                <a:latin typeface="Trebuchet MS"/>
                <a:cs typeface="Trebuchet MS"/>
              </a:rPr>
              <a:t>Controlling</a:t>
            </a:r>
            <a:r>
              <a:rPr sz="2800" b="1" spc="25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Devices</a:t>
            </a:r>
            <a:r>
              <a:rPr sz="2800" b="1" spc="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-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Can </a:t>
            </a:r>
            <a:r>
              <a:rPr sz="2800" spc="-95" dirty="0">
                <a:latin typeface="Trebuchet MS"/>
                <a:cs typeface="Trebuchet MS"/>
              </a:rPr>
              <a:t>control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LEDs,</a:t>
            </a:r>
            <a:r>
              <a:rPr sz="2800" spc="-34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motors,</a:t>
            </a:r>
            <a:r>
              <a:rPr sz="2800" spc="-33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or </a:t>
            </a:r>
            <a:r>
              <a:rPr sz="2800" spc="-204" dirty="0">
                <a:latin typeface="Trebuchet MS"/>
                <a:cs typeface="Trebuchet MS"/>
              </a:rPr>
              <a:t>appliances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using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spc="-295" dirty="0">
                <a:latin typeface="Trebuchet MS"/>
                <a:cs typeface="Trebuchet MS"/>
              </a:rPr>
              <a:t>a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mobile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315" dirty="0">
                <a:latin typeface="Trebuchet MS"/>
                <a:cs typeface="Trebuchet MS"/>
              </a:rPr>
              <a:t>app.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6600" y="2206244"/>
            <a:ext cx="47625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64969" y="1005077"/>
            <a:ext cx="14443075" cy="1781810"/>
            <a:chOff x="2164969" y="1005077"/>
            <a:chExt cx="14443075" cy="1781810"/>
          </a:xfrm>
        </p:grpSpPr>
        <p:sp>
          <p:nvSpPr>
            <p:cNvPr id="3" name="object 3"/>
            <p:cNvSpPr/>
            <p:nvPr/>
          </p:nvSpPr>
          <p:spPr>
            <a:xfrm>
              <a:off x="2180844" y="2770632"/>
              <a:ext cx="14411325" cy="0"/>
            </a:xfrm>
            <a:custGeom>
              <a:avLst/>
              <a:gdLst/>
              <a:ahLst/>
              <a:cxnLst/>
              <a:rect l="l" t="t" r="r" b="b"/>
              <a:pathLst>
                <a:path w="14411325">
                  <a:moveTo>
                    <a:pt x="0" y="0"/>
                  </a:moveTo>
                  <a:lnTo>
                    <a:pt x="14411325" y="0"/>
                  </a:lnTo>
                </a:path>
              </a:pathLst>
            </a:custGeom>
            <a:ln w="31750">
              <a:solidFill>
                <a:srgbClr val="B71E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837155" y="1005077"/>
              <a:ext cx="1159510" cy="1159510"/>
            </a:xfrm>
            <a:custGeom>
              <a:avLst/>
              <a:gdLst/>
              <a:ahLst/>
              <a:cxnLst/>
              <a:rect l="l" t="t" r="r" b="b"/>
              <a:pathLst>
                <a:path w="1159509" h="1159510">
                  <a:moveTo>
                    <a:pt x="579628" y="0"/>
                  </a:moveTo>
                  <a:lnTo>
                    <a:pt x="532083" y="1921"/>
                  </a:lnTo>
                  <a:lnTo>
                    <a:pt x="485597" y="7584"/>
                  </a:lnTo>
                  <a:lnTo>
                    <a:pt x="440321" y="16842"/>
                  </a:lnTo>
                  <a:lnTo>
                    <a:pt x="396402" y="29544"/>
                  </a:lnTo>
                  <a:lnTo>
                    <a:pt x="353990" y="45541"/>
                  </a:lnTo>
                  <a:lnTo>
                    <a:pt x="313234" y="64684"/>
                  </a:lnTo>
                  <a:lnTo>
                    <a:pt x="274283" y="86824"/>
                  </a:lnTo>
                  <a:lnTo>
                    <a:pt x="237286" y="111812"/>
                  </a:lnTo>
                  <a:lnTo>
                    <a:pt x="202392" y="139499"/>
                  </a:lnTo>
                  <a:lnTo>
                    <a:pt x="169751" y="169735"/>
                  </a:lnTo>
                  <a:lnTo>
                    <a:pt x="139511" y="202371"/>
                  </a:lnTo>
                  <a:lnTo>
                    <a:pt x="111820" y="237259"/>
                  </a:lnTo>
                  <a:lnTo>
                    <a:pt x="86830" y="274248"/>
                  </a:lnTo>
                  <a:lnTo>
                    <a:pt x="64688" y="313191"/>
                  </a:lnTo>
                  <a:lnTo>
                    <a:pt x="45543" y="353937"/>
                  </a:lnTo>
                  <a:lnTo>
                    <a:pt x="29545" y="396337"/>
                  </a:lnTo>
                  <a:lnTo>
                    <a:pt x="16842" y="440243"/>
                  </a:lnTo>
                  <a:lnTo>
                    <a:pt x="7585" y="485505"/>
                  </a:lnTo>
                  <a:lnTo>
                    <a:pt x="1921" y="531974"/>
                  </a:lnTo>
                  <a:lnTo>
                    <a:pt x="0" y="579501"/>
                  </a:lnTo>
                  <a:lnTo>
                    <a:pt x="1921" y="627027"/>
                  </a:lnTo>
                  <a:lnTo>
                    <a:pt x="7585" y="673496"/>
                  </a:lnTo>
                  <a:lnTo>
                    <a:pt x="16842" y="718758"/>
                  </a:lnTo>
                  <a:lnTo>
                    <a:pt x="29545" y="762664"/>
                  </a:lnTo>
                  <a:lnTo>
                    <a:pt x="45543" y="805064"/>
                  </a:lnTo>
                  <a:lnTo>
                    <a:pt x="64688" y="845810"/>
                  </a:lnTo>
                  <a:lnTo>
                    <a:pt x="86830" y="884753"/>
                  </a:lnTo>
                  <a:lnTo>
                    <a:pt x="111820" y="921742"/>
                  </a:lnTo>
                  <a:lnTo>
                    <a:pt x="139511" y="956630"/>
                  </a:lnTo>
                  <a:lnTo>
                    <a:pt x="169751" y="989266"/>
                  </a:lnTo>
                  <a:lnTo>
                    <a:pt x="202392" y="1019502"/>
                  </a:lnTo>
                  <a:lnTo>
                    <a:pt x="237286" y="1047189"/>
                  </a:lnTo>
                  <a:lnTo>
                    <a:pt x="274283" y="1072177"/>
                  </a:lnTo>
                  <a:lnTo>
                    <a:pt x="313234" y="1094317"/>
                  </a:lnTo>
                  <a:lnTo>
                    <a:pt x="353990" y="1113460"/>
                  </a:lnTo>
                  <a:lnTo>
                    <a:pt x="396402" y="1129457"/>
                  </a:lnTo>
                  <a:lnTo>
                    <a:pt x="440321" y="1142159"/>
                  </a:lnTo>
                  <a:lnTo>
                    <a:pt x="485597" y="1151417"/>
                  </a:lnTo>
                  <a:lnTo>
                    <a:pt x="532083" y="1157080"/>
                  </a:lnTo>
                  <a:lnTo>
                    <a:pt x="579628" y="1159002"/>
                  </a:lnTo>
                  <a:lnTo>
                    <a:pt x="627154" y="1157080"/>
                  </a:lnTo>
                  <a:lnTo>
                    <a:pt x="673623" y="1151417"/>
                  </a:lnTo>
                  <a:lnTo>
                    <a:pt x="718885" y="1142159"/>
                  </a:lnTo>
                  <a:lnTo>
                    <a:pt x="762791" y="1129457"/>
                  </a:lnTo>
                  <a:lnTo>
                    <a:pt x="805191" y="1113460"/>
                  </a:lnTo>
                  <a:lnTo>
                    <a:pt x="845937" y="1094317"/>
                  </a:lnTo>
                  <a:lnTo>
                    <a:pt x="884880" y="1072177"/>
                  </a:lnTo>
                  <a:lnTo>
                    <a:pt x="921869" y="1047189"/>
                  </a:lnTo>
                  <a:lnTo>
                    <a:pt x="956757" y="1019502"/>
                  </a:lnTo>
                  <a:lnTo>
                    <a:pt x="989393" y="989266"/>
                  </a:lnTo>
                  <a:lnTo>
                    <a:pt x="1019629" y="956630"/>
                  </a:lnTo>
                  <a:lnTo>
                    <a:pt x="1047316" y="921742"/>
                  </a:lnTo>
                  <a:lnTo>
                    <a:pt x="1072304" y="884753"/>
                  </a:lnTo>
                  <a:lnTo>
                    <a:pt x="1094444" y="845810"/>
                  </a:lnTo>
                  <a:lnTo>
                    <a:pt x="1113587" y="805064"/>
                  </a:lnTo>
                  <a:lnTo>
                    <a:pt x="1129584" y="762664"/>
                  </a:lnTo>
                  <a:lnTo>
                    <a:pt x="1142286" y="718758"/>
                  </a:lnTo>
                  <a:lnTo>
                    <a:pt x="1151544" y="673496"/>
                  </a:lnTo>
                  <a:lnTo>
                    <a:pt x="1157207" y="627027"/>
                  </a:lnTo>
                  <a:lnTo>
                    <a:pt x="1159128" y="579501"/>
                  </a:lnTo>
                  <a:lnTo>
                    <a:pt x="1157207" y="531974"/>
                  </a:lnTo>
                  <a:lnTo>
                    <a:pt x="1151544" y="485505"/>
                  </a:lnTo>
                  <a:lnTo>
                    <a:pt x="1142286" y="440243"/>
                  </a:lnTo>
                  <a:lnTo>
                    <a:pt x="1129584" y="396337"/>
                  </a:lnTo>
                  <a:lnTo>
                    <a:pt x="1113587" y="353937"/>
                  </a:lnTo>
                  <a:lnTo>
                    <a:pt x="1094444" y="313191"/>
                  </a:lnTo>
                  <a:lnTo>
                    <a:pt x="1072304" y="274248"/>
                  </a:lnTo>
                  <a:lnTo>
                    <a:pt x="1047316" y="237259"/>
                  </a:lnTo>
                  <a:lnTo>
                    <a:pt x="1019629" y="202371"/>
                  </a:lnTo>
                  <a:lnTo>
                    <a:pt x="989393" y="169735"/>
                  </a:lnTo>
                  <a:lnTo>
                    <a:pt x="956757" y="139499"/>
                  </a:lnTo>
                  <a:lnTo>
                    <a:pt x="921869" y="111812"/>
                  </a:lnTo>
                  <a:lnTo>
                    <a:pt x="884880" y="86824"/>
                  </a:lnTo>
                  <a:lnTo>
                    <a:pt x="845937" y="64684"/>
                  </a:lnTo>
                  <a:lnTo>
                    <a:pt x="805191" y="45541"/>
                  </a:lnTo>
                  <a:lnTo>
                    <a:pt x="762791" y="29544"/>
                  </a:lnTo>
                  <a:lnTo>
                    <a:pt x="718885" y="16842"/>
                  </a:lnTo>
                  <a:lnTo>
                    <a:pt x="673623" y="7584"/>
                  </a:lnTo>
                  <a:lnTo>
                    <a:pt x="627154" y="1921"/>
                  </a:lnTo>
                  <a:lnTo>
                    <a:pt x="579628" y="0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34254" y="462788"/>
            <a:ext cx="8621395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0" dirty="0"/>
              <a:t>SYSTEM</a:t>
            </a:r>
            <a:r>
              <a:rPr spc="-600" dirty="0"/>
              <a:t> </a:t>
            </a:r>
            <a:r>
              <a:rPr spc="-270" dirty="0"/>
              <a:t>COMPONENTS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3025775" cy="10287000"/>
            <a:chOff x="0" y="0"/>
            <a:chExt cx="3025775" cy="10287000"/>
          </a:xfrm>
        </p:grpSpPr>
        <p:sp>
          <p:nvSpPr>
            <p:cNvPr id="7" name="object 7"/>
            <p:cNvSpPr/>
            <p:nvPr/>
          </p:nvSpPr>
          <p:spPr>
            <a:xfrm>
              <a:off x="627367" y="0"/>
              <a:ext cx="937260" cy="10287000"/>
            </a:xfrm>
            <a:custGeom>
              <a:avLst/>
              <a:gdLst/>
              <a:ahLst/>
              <a:cxnLst/>
              <a:rect l="l" t="t" r="r" b="b"/>
              <a:pathLst>
                <a:path w="937260" h="10287000">
                  <a:moveTo>
                    <a:pt x="937056" y="0"/>
                  </a:moveTo>
                  <a:lnTo>
                    <a:pt x="0" y="0"/>
                  </a:lnTo>
                  <a:lnTo>
                    <a:pt x="0" y="10287000"/>
                  </a:lnTo>
                  <a:lnTo>
                    <a:pt x="937056" y="10287000"/>
                  </a:lnTo>
                  <a:lnTo>
                    <a:pt x="937056" y="0"/>
                  </a:lnTo>
                  <a:close/>
                </a:path>
              </a:pathLst>
            </a:custGeom>
            <a:solidFill>
              <a:srgbClr val="ECDF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15999"/>
              <a:ext cx="1144270" cy="1892935"/>
            </a:xfrm>
            <a:custGeom>
              <a:avLst/>
              <a:gdLst/>
              <a:ahLst/>
              <a:cxnLst/>
              <a:rect l="l" t="t" r="r" b="b"/>
              <a:pathLst>
                <a:path w="1144270" h="1892935">
                  <a:moveTo>
                    <a:pt x="0" y="0"/>
                  </a:moveTo>
                  <a:lnTo>
                    <a:pt x="0" y="1658009"/>
                  </a:lnTo>
                  <a:lnTo>
                    <a:pt x="61612" y="1731358"/>
                  </a:lnTo>
                  <a:lnTo>
                    <a:pt x="131601" y="1796917"/>
                  </a:lnTo>
                  <a:lnTo>
                    <a:pt x="169970" y="1824817"/>
                  </a:lnTo>
                  <a:lnTo>
                    <a:pt x="210847" y="1848588"/>
                  </a:lnTo>
                  <a:lnTo>
                    <a:pt x="254428" y="1867574"/>
                  </a:lnTo>
                  <a:lnTo>
                    <a:pt x="301991" y="1881468"/>
                  </a:lnTo>
                  <a:lnTo>
                    <a:pt x="350535" y="1889618"/>
                  </a:lnTo>
                  <a:lnTo>
                    <a:pt x="399818" y="1892835"/>
                  </a:lnTo>
                  <a:lnTo>
                    <a:pt x="499635" y="1887710"/>
                  </a:lnTo>
                  <a:lnTo>
                    <a:pt x="697135" y="1853659"/>
                  </a:lnTo>
                  <a:lnTo>
                    <a:pt x="841835" y="1816157"/>
                  </a:lnTo>
                  <a:lnTo>
                    <a:pt x="932213" y="1778964"/>
                  </a:lnTo>
                  <a:lnTo>
                    <a:pt x="973774" y="1755212"/>
                  </a:lnTo>
                  <a:lnTo>
                    <a:pt x="1012115" y="1727355"/>
                  </a:lnTo>
                  <a:lnTo>
                    <a:pt x="1046636" y="1694895"/>
                  </a:lnTo>
                  <a:lnTo>
                    <a:pt x="1076737" y="1657332"/>
                  </a:lnTo>
                  <a:lnTo>
                    <a:pt x="1101510" y="1614832"/>
                  </a:lnTo>
                  <a:lnTo>
                    <a:pt x="1119869" y="1569653"/>
                  </a:lnTo>
                  <a:lnTo>
                    <a:pt x="1132556" y="1522332"/>
                  </a:lnTo>
                  <a:lnTo>
                    <a:pt x="1140313" y="1473407"/>
                  </a:lnTo>
                  <a:lnTo>
                    <a:pt x="1143881" y="1423417"/>
                  </a:lnTo>
                  <a:lnTo>
                    <a:pt x="1141418" y="1322392"/>
                  </a:lnTo>
                  <a:lnTo>
                    <a:pt x="1124436" y="1173604"/>
                  </a:lnTo>
                  <a:lnTo>
                    <a:pt x="1088144" y="977766"/>
                  </a:lnTo>
                  <a:lnTo>
                    <a:pt x="1036853" y="785295"/>
                  </a:lnTo>
                  <a:lnTo>
                    <a:pt x="968834" y="595314"/>
                  </a:lnTo>
                  <a:lnTo>
                    <a:pt x="922140" y="504796"/>
                  </a:lnTo>
                  <a:lnTo>
                    <a:pt x="893754" y="463171"/>
                  </a:lnTo>
                  <a:lnTo>
                    <a:pt x="861293" y="424940"/>
                  </a:lnTo>
                  <a:lnTo>
                    <a:pt x="824220" y="390829"/>
                  </a:lnTo>
                  <a:lnTo>
                    <a:pt x="784868" y="362957"/>
                  </a:lnTo>
                  <a:lnTo>
                    <a:pt x="743065" y="340127"/>
                  </a:lnTo>
                  <a:lnTo>
                    <a:pt x="699181" y="321536"/>
                  </a:lnTo>
                  <a:lnTo>
                    <a:pt x="606652" y="293858"/>
                  </a:lnTo>
                  <a:lnTo>
                    <a:pt x="364827" y="242598"/>
                  </a:lnTo>
                  <a:lnTo>
                    <a:pt x="271669" y="212391"/>
                  </a:lnTo>
                  <a:lnTo>
                    <a:pt x="227542" y="192260"/>
                  </a:lnTo>
                  <a:lnTo>
                    <a:pt x="185567" y="168767"/>
                  </a:lnTo>
                  <a:lnTo>
                    <a:pt x="107947" y="112621"/>
                  </a:lnTo>
                  <a:lnTo>
                    <a:pt x="38563" y="45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205" y="0"/>
              <a:ext cx="1123315" cy="517525"/>
            </a:xfrm>
            <a:custGeom>
              <a:avLst/>
              <a:gdLst/>
              <a:ahLst/>
              <a:cxnLst/>
              <a:rect l="l" t="t" r="r" b="b"/>
              <a:pathLst>
                <a:path w="1123315" h="517525">
                  <a:moveTo>
                    <a:pt x="1059869" y="0"/>
                  </a:moveTo>
                  <a:lnTo>
                    <a:pt x="0" y="0"/>
                  </a:lnTo>
                  <a:lnTo>
                    <a:pt x="27343" y="45451"/>
                  </a:lnTo>
                  <a:lnTo>
                    <a:pt x="81706" y="122376"/>
                  </a:lnTo>
                  <a:lnTo>
                    <a:pt x="142780" y="194155"/>
                  </a:lnTo>
                  <a:lnTo>
                    <a:pt x="209975" y="260238"/>
                  </a:lnTo>
                  <a:lnTo>
                    <a:pt x="282704" y="320072"/>
                  </a:lnTo>
                  <a:lnTo>
                    <a:pt x="360377" y="373106"/>
                  </a:lnTo>
                  <a:lnTo>
                    <a:pt x="442407" y="418787"/>
                  </a:lnTo>
                  <a:lnTo>
                    <a:pt x="528205" y="456564"/>
                  </a:lnTo>
                  <a:lnTo>
                    <a:pt x="572333" y="472317"/>
                  </a:lnTo>
                  <a:lnTo>
                    <a:pt x="617182" y="485886"/>
                  </a:lnTo>
                  <a:lnTo>
                    <a:pt x="662679" y="497203"/>
                  </a:lnTo>
                  <a:lnTo>
                    <a:pt x="708751" y="506200"/>
                  </a:lnTo>
                  <a:lnTo>
                    <a:pt x="755323" y="512806"/>
                  </a:lnTo>
                  <a:lnTo>
                    <a:pt x="809989" y="517007"/>
                  </a:lnTo>
                  <a:lnTo>
                    <a:pt x="864958" y="516057"/>
                  </a:lnTo>
                  <a:lnTo>
                    <a:pt x="918666" y="508260"/>
                  </a:lnTo>
                  <a:lnTo>
                    <a:pt x="969548" y="491921"/>
                  </a:lnTo>
                  <a:lnTo>
                    <a:pt x="1016039" y="465345"/>
                  </a:lnTo>
                  <a:lnTo>
                    <a:pt x="1049985" y="434719"/>
                  </a:lnTo>
                  <a:lnTo>
                    <a:pt x="1077278" y="398237"/>
                  </a:lnTo>
                  <a:lnTo>
                    <a:pt x="1098065" y="357243"/>
                  </a:lnTo>
                  <a:lnTo>
                    <a:pt x="1112492" y="313076"/>
                  </a:lnTo>
                  <a:lnTo>
                    <a:pt x="1120705" y="267080"/>
                  </a:lnTo>
                  <a:lnTo>
                    <a:pt x="1122849" y="220597"/>
                  </a:lnTo>
                  <a:lnTo>
                    <a:pt x="1118741" y="170556"/>
                  </a:lnTo>
                  <a:lnTo>
                    <a:pt x="1108932" y="121459"/>
                  </a:lnTo>
                  <a:lnTo>
                    <a:pt x="1093952" y="73579"/>
                  </a:lnTo>
                  <a:lnTo>
                    <a:pt x="1074330" y="27190"/>
                  </a:lnTo>
                  <a:lnTo>
                    <a:pt x="1059869" y="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6893224"/>
              <a:ext cx="3025775" cy="3394075"/>
            </a:xfrm>
            <a:custGeom>
              <a:avLst/>
              <a:gdLst/>
              <a:ahLst/>
              <a:cxnLst/>
              <a:rect l="l" t="t" r="r" b="b"/>
              <a:pathLst>
                <a:path w="3025775" h="3394075">
                  <a:moveTo>
                    <a:pt x="180449" y="7524"/>
                  </a:moveTo>
                  <a:lnTo>
                    <a:pt x="131250" y="0"/>
                  </a:lnTo>
                  <a:lnTo>
                    <a:pt x="89100" y="7252"/>
                  </a:lnTo>
                  <a:lnTo>
                    <a:pt x="52706" y="28239"/>
                  </a:lnTo>
                  <a:lnTo>
                    <a:pt x="21421" y="60098"/>
                  </a:lnTo>
                  <a:lnTo>
                    <a:pt x="5" y="91929"/>
                  </a:lnTo>
                  <a:lnTo>
                    <a:pt x="0" y="3393773"/>
                  </a:lnTo>
                  <a:lnTo>
                    <a:pt x="3025318" y="3393779"/>
                  </a:lnTo>
                  <a:lnTo>
                    <a:pt x="2995744" y="3359010"/>
                  </a:lnTo>
                  <a:lnTo>
                    <a:pt x="2961439" y="3324444"/>
                  </a:lnTo>
                  <a:lnTo>
                    <a:pt x="2924479" y="3292806"/>
                  </a:lnTo>
                  <a:lnTo>
                    <a:pt x="2884856" y="3264373"/>
                  </a:lnTo>
                  <a:lnTo>
                    <a:pt x="2842565" y="3239426"/>
                  </a:lnTo>
                  <a:lnTo>
                    <a:pt x="2795974" y="3217257"/>
                  </a:lnTo>
                  <a:lnTo>
                    <a:pt x="2747946" y="3198723"/>
                  </a:lnTo>
                  <a:lnTo>
                    <a:pt x="2698860" y="3182832"/>
                  </a:lnTo>
                  <a:lnTo>
                    <a:pt x="2649097" y="3168594"/>
                  </a:lnTo>
                  <a:lnTo>
                    <a:pt x="2549062" y="3141110"/>
                  </a:lnTo>
                  <a:lnTo>
                    <a:pt x="2499552" y="3125883"/>
                  </a:lnTo>
                  <a:lnTo>
                    <a:pt x="2450886" y="3108344"/>
                  </a:lnTo>
                  <a:lnTo>
                    <a:pt x="2405104" y="3088397"/>
                  </a:lnTo>
                  <a:lnTo>
                    <a:pt x="2360875" y="3065348"/>
                  </a:lnTo>
                  <a:lnTo>
                    <a:pt x="2318330" y="3039363"/>
                  </a:lnTo>
                  <a:lnTo>
                    <a:pt x="2277597" y="3010608"/>
                  </a:lnTo>
                  <a:lnTo>
                    <a:pt x="2238807" y="2979246"/>
                  </a:lnTo>
                  <a:lnTo>
                    <a:pt x="2202088" y="2945443"/>
                  </a:lnTo>
                  <a:lnTo>
                    <a:pt x="2167571" y="2909363"/>
                  </a:lnTo>
                  <a:lnTo>
                    <a:pt x="2135385" y="2871172"/>
                  </a:lnTo>
                  <a:lnTo>
                    <a:pt x="2105659" y="2831035"/>
                  </a:lnTo>
                  <a:lnTo>
                    <a:pt x="2078523" y="2789116"/>
                  </a:lnTo>
                  <a:lnTo>
                    <a:pt x="2054107" y="2745581"/>
                  </a:lnTo>
                  <a:lnTo>
                    <a:pt x="2032540" y="2700593"/>
                  </a:lnTo>
                  <a:lnTo>
                    <a:pt x="2013951" y="2654319"/>
                  </a:lnTo>
                  <a:lnTo>
                    <a:pt x="1998470" y="2606923"/>
                  </a:lnTo>
                  <a:lnTo>
                    <a:pt x="1986227" y="2558570"/>
                  </a:lnTo>
                  <a:lnTo>
                    <a:pt x="1977352" y="2509426"/>
                  </a:lnTo>
                  <a:lnTo>
                    <a:pt x="1971843" y="2462411"/>
                  </a:lnTo>
                  <a:lnTo>
                    <a:pt x="1968532" y="2414772"/>
                  </a:lnTo>
                  <a:lnTo>
                    <a:pt x="1966875" y="2366687"/>
                  </a:lnTo>
                  <a:lnTo>
                    <a:pt x="1966327" y="2318334"/>
                  </a:lnTo>
                  <a:lnTo>
                    <a:pt x="1966374" y="2221542"/>
                  </a:lnTo>
                  <a:lnTo>
                    <a:pt x="1965880" y="2173460"/>
                  </a:lnTo>
                  <a:lnTo>
                    <a:pt x="1964313" y="2125825"/>
                  </a:lnTo>
                  <a:lnTo>
                    <a:pt x="1961128" y="2078816"/>
                  </a:lnTo>
                  <a:lnTo>
                    <a:pt x="1955781" y="2032611"/>
                  </a:lnTo>
                  <a:lnTo>
                    <a:pt x="1947726" y="1987389"/>
                  </a:lnTo>
                  <a:lnTo>
                    <a:pt x="1936417" y="1943329"/>
                  </a:lnTo>
                  <a:lnTo>
                    <a:pt x="1921310" y="1900609"/>
                  </a:lnTo>
                  <a:lnTo>
                    <a:pt x="1901859" y="1859408"/>
                  </a:lnTo>
                  <a:lnTo>
                    <a:pt x="1877520" y="1819905"/>
                  </a:lnTo>
                  <a:lnTo>
                    <a:pt x="1846939" y="1781639"/>
                  </a:lnTo>
                  <a:lnTo>
                    <a:pt x="1812273" y="1747694"/>
                  </a:lnTo>
                  <a:lnTo>
                    <a:pt x="1774027" y="1717824"/>
                  </a:lnTo>
                  <a:lnTo>
                    <a:pt x="1732708" y="1691784"/>
                  </a:lnTo>
                  <a:lnTo>
                    <a:pt x="1055204" y="1555714"/>
                  </a:lnTo>
                  <a:lnTo>
                    <a:pt x="1007130" y="1544950"/>
                  </a:lnTo>
                  <a:lnTo>
                    <a:pt x="959627" y="1531503"/>
                  </a:lnTo>
                  <a:lnTo>
                    <a:pt x="914569" y="1515629"/>
                  </a:lnTo>
                  <a:lnTo>
                    <a:pt x="870883" y="1497073"/>
                  </a:lnTo>
                  <a:lnTo>
                    <a:pt x="828588" y="1475958"/>
                  </a:lnTo>
                  <a:lnTo>
                    <a:pt x="787707" y="1452406"/>
                  </a:lnTo>
                  <a:lnTo>
                    <a:pt x="748259" y="1426542"/>
                  </a:lnTo>
                  <a:lnTo>
                    <a:pt x="710267" y="1398488"/>
                  </a:lnTo>
                  <a:lnTo>
                    <a:pt x="673750" y="1368367"/>
                  </a:lnTo>
                  <a:lnTo>
                    <a:pt x="638731" y="1336301"/>
                  </a:lnTo>
                  <a:lnTo>
                    <a:pt x="605229" y="1302414"/>
                  </a:lnTo>
                  <a:lnTo>
                    <a:pt x="573266" y="1266828"/>
                  </a:lnTo>
                  <a:lnTo>
                    <a:pt x="542864" y="1229667"/>
                  </a:lnTo>
                  <a:lnTo>
                    <a:pt x="514042" y="1191053"/>
                  </a:lnTo>
                  <a:lnTo>
                    <a:pt x="486822" y="1151109"/>
                  </a:lnTo>
                  <a:lnTo>
                    <a:pt x="461225" y="1109959"/>
                  </a:lnTo>
                  <a:lnTo>
                    <a:pt x="437271" y="1067725"/>
                  </a:lnTo>
                  <a:lnTo>
                    <a:pt x="414983" y="1024530"/>
                  </a:lnTo>
                  <a:lnTo>
                    <a:pt x="394380" y="980497"/>
                  </a:lnTo>
                  <a:lnTo>
                    <a:pt x="375484" y="935749"/>
                  </a:lnTo>
                  <a:lnTo>
                    <a:pt x="358316" y="890409"/>
                  </a:lnTo>
                  <a:lnTo>
                    <a:pt x="342896" y="844599"/>
                  </a:lnTo>
                  <a:lnTo>
                    <a:pt x="329246" y="798443"/>
                  </a:lnTo>
                  <a:lnTo>
                    <a:pt x="316992" y="750888"/>
                  </a:lnTo>
                  <a:lnTo>
                    <a:pt x="306222" y="703027"/>
                  </a:lnTo>
                  <a:lnTo>
                    <a:pt x="296858" y="654896"/>
                  </a:lnTo>
                  <a:lnTo>
                    <a:pt x="288827" y="606530"/>
                  </a:lnTo>
                  <a:lnTo>
                    <a:pt x="282051" y="557963"/>
                  </a:lnTo>
                  <a:lnTo>
                    <a:pt x="276454" y="509233"/>
                  </a:lnTo>
                  <a:lnTo>
                    <a:pt x="271962" y="460373"/>
                  </a:lnTo>
                  <a:lnTo>
                    <a:pt x="268497" y="411420"/>
                  </a:lnTo>
                  <a:lnTo>
                    <a:pt x="265984" y="362409"/>
                  </a:lnTo>
                  <a:lnTo>
                    <a:pt x="264348" y="313375"/>
                  </a:lnTo>
                  <a:lnTo>
                    <a:pt x="263512" y="264353"/>
                  </a:lnTo>
                  <a:lnTo>
                    <a:pt x="263796" y="223173"/>
                  </a:lnTo>
                  <a:lnTo>
                    <a:pt x="263804" y="179351"/>
                  </a:lnTo>
                  <a:lnTo>
                    <a:pt x="261271" y="135370"/>
                  </a:lnTo>
                  <a:lnTo>
                    <a:pt x="253933" y="93713"/>
                  </a:lnTo>
                  <a:lnTo>
                    <a:pt x="239526" y="56865"/>
                  </a:lnTo>
                  <a:lnTo>
                    <a:pt x="215786" y="27307"/>
                  </a:lnTo>
                  <a:lnTo>
                    <a:pt x="180449" y="7524"/>
                  </a:lnTo>
                  <a:close/>
                </a:path>
                <a:path w="3025775" h="3394075">
                  <a:moveTo>
                    <a:pt x="1497734" y="1610449"/>
                  </a:moveTo>
                  <a:lnTo>
                    <a:pt x="1448607" y="1602239"/>
                  </a:lnTo>
                  <a:lnTo>
                    <a:pt x="1399492" y="1595842"/>
                  </a:lnTo>
                  <a:lnTo>
                    <a:pt x="1350163" y="1590561"/>
                  </a:lnTo>
                  <a:lnTo>
                    <a:pt x="1201877" y="1576662"/>
                  </a:lnTo>
                  <a:lnTo>
                    <a:pt x="1152676" y="1571096"/>
                  </a:lnTo>
                  <a:lnTo>
                    <a:pt x="1103752" y="1564271"/>
                  </a:lnTo>
                  <a:lnTo>
                    <a:pt x="1055204" y="1555714"/>
                  </a:lnTo>
                  <a:lnTo>
                    <a:pt x="1722503" y="1686562"/>
                  </a:lnTo>
                  <a:lnTo>
                    <a:pt x="1688822" y="1669328"/>
                  </a:lnTo>
                  <a:lnTo>
                    <a:pt x="1642875" y="1650212"/>
                  </a:lnTo>
                  <a:lnTo>
                    <a:pt x="1595809" y="1634337"/>
                  </a:lnTo>
                  <a:lnTo>
                    <a:pt x="1596191" y="1634412"/>
                  </a:lnTo>
                  <a:lnTo>
                    <a:pt x="1546825" y="1621018"/>
                  </a:lnTo>
                  <a:lnTo>
                    <a:pt x="1497734" y="1610449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5243810" y="1103122"/>
            <a:ext cx="349250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50" b="1" spc="-365" dirty="0">
                <a:solidFill>
                  <a:srgbClr val="331C2C"/>
                </a:solidFill>
                <a:latin typeface="Trebuchet MS"/>
                <a:cs typeface="Trebuchet MS"/>
              </a:rPr>
              <a:t>7</a:t>
            </a:r>
            <a:endParaRPr sz="485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636091" y="-1"/>
            <a:ext cx="3652520" cy="3553460"/>
          </a:xfrm>
          <a:custGeom>
            <a:avLst/>
            <a:gdLst/>
            <a:ahLst/>
            <a:cxnLst/>
            <a:rect l="l" t="t" r="r" b="b"/>
            <a:pathLst>
              <a:path w="3652519" h="3553460">
                <a:moveTo>
                  <a:pt x="3644823" y="3553300"/>
                </a:moveTo>
                <a:lnTo>
                  <a:pt x="3651903" y="3553230"/>
                </a:lnTo>
                <a:lnTo>
                  <a:pt x="3651907" y="0"/>
                </a:lnTo>
                <a:lnTo>
                  <a:pt x="0" y="0"/>
                </a:lnTo>
                <a:lnTo>
                  <a:pt x="6839" y="52723"/>
                </a:lnTo>
                <a:lnTo>
                  <a:pt x="14443" y="101394"/>
                </a:lnTo>
                <a:lnTo>
                  <a:pt x="23393" y="149749"/>
                </a:lnTo>
                <a:lnTo>
                  <a:pt x="33857" y="197731"/>
                </a:lnTo>
                <a:lnTo>
                  <a:pt x="45998" y="245287"/>
                </a:lnTo>
                <a:lnTo>
                  <a:pt x="59985" y="292359"/>
                </a:lnTo>
                <a:lnTo>
                  <a:pt x="75981" y="338892"/>
                </a:lnTo>
                <a:lnTo>
                  <a:pt x="94298" y="384880"/>
                </a:lnTo>
                <a:lnTo>
                  <a:pt x="115114" y="430039"/>
                </a:lnTo>
                <a:lnTo>
                  <a:pt x="138390" y="474093"/>
                </a:lnTo>
                <a:lnTo>
                  <a:pt x="164089" y="516766"/>
                </a:lnTo>
                <a:lnTo>
                  <a:pt x="192169" y="557781"/>
                </a:lnTo>
                <a:lnTo>
                  <a:pt x="222594" y="596863"/>
                </a:lnTo>
                <a:lnTo>
                  <a:pt x="255324" y="633734"/>
                </a:lnTo>
                <a:lnTo>
                  <a:pt x="290319" y="668118"/>
                </a:lnTo>
                <a:lnTo>
                  <a:pt x="327542" y="699740"/>
                </a:lnTo>
                <a:lnTo>
                  <a:pt x="366954" y="728322"/>
                </a:lnTo>
                <a:lnTo>
                  <a:pt x="408514" y="753588"/>
                </a:lnTo>
                <a:lnTo>
                  <a:pt x="452186" y="775263"/>
                </a:lnTo>
                <a:lnTo>
                  <a:pt x="497929" y="793069"/>
                </a:lnTo>
                <a:lnTo>
                  <a:pt x="547467" y="807442"/>
                </a:lnTo>
                <a:lnTo>
                  <a:pt x="597838" y="817997"/>
                </a:lnTo>
                <a:lnTo>
                  <a:pt x="648828" y="825773"/>
                </a:lnTo>
                <a:lnTo>
                  <a:pt x="700219" y="831811"/>
                </a:lnTo>
                <a:lnTo>
                  <a:pt x="803344" y="842824"/>
                </a:lnTo>
                <a:lnTo>
                  <a:pt x="854645" y="849877"/>
                </a:lnTo>
                <a:lnTo>
                  <a:pt x="905485" y="859348"/>
                </a:lnTo>
                <a:lnTo>
                  <a:pt x="953868" y="871659"/>
                </a:lnTo>
                <a:lnTo>
                  <a:pt x="1001217" y="887280"/>
                </a:lnTo>
                <a:lnTo>
                  <a:pt x="1047378" y="906069"/>
                </a:lnTo>
                <a:lnTo>
                  <a:pt x="1092196" y="927883"/>
                </a:lnTo>
                <a:lnTo>
                  <a:pt x="1135518" y="952582"/>
                </a:lnTo>
                <a:lnTo>
                  <a:pt x="1177189" y="980023"/>
                </a:lnTo>
                <a:lnTo>
                  <a:pt x="1217054" y="1010065"/>
                </a:lnTo>
                <a:lnTo>
                  <a:pt x="1254959" y="1042565"/>
                </a:lnTo>
                <a:lnTo>
                  <a:pt x="1290750" y="1077381"/>
                </a:lnTo>
                <a:lnTo>
                  <a:pt x="1324272" y="1114373"/>
                </a:lnTo>
                <a:lnTo>
                  <a:pt x="1355371" y="1153397"/>
                </a:lnTo>
                <a:lnTo>
                  <a:pt x="1383893" y="1194312"/>
                </a:lnTo>
                <a:lnTo>
                  <a:pt x="1409683" y="1236976"/>
                </a:lnTo>
                <a:lnTo>
                  <a:pt x="1432587" y="1281248"/>
                </a:lnTo>
                <a:lnTo>
                  <a:pt x="1452451" y="1326985"/>
                </a:lnTo>
                <a:lnTo>
                  <a:pt x="1469120" y="1374045"/>
                </a:lnTo>
                <a:lnTo>
                  <a:pt x="1482124" y="1419546"/>
                </a:lnTo>
                <a:lnTo>
                  <a:pt x="1493060" y="1466017"/>
                </a:lnTo>
                <a:lnTo>
                  <a:pt x="1502436" y="1513194"/>
                </a:lnTo>
                <a:lnTo>
                  <a:pt x="1510761" y="1560813"/>
                </a:lnTo>
                <a:lnTo>
                  <a:pt x="1526296" y="1656322"/>
                </a:lnTo>
                <a:lnTo>
                  <a:pt x="1534524" y="1703683"/>
                </a:lnTo>
                <a:lnTo>
                  <a:pt x="1543739" y="1750431"/>
                </a:lnTo>
                <a:lnTo>
                  <a:pt x="1554449" y="1796300"/>
                </a:lnTo>
                <a:lnTo>
                  <a:pt x="1567163" y="1841028"/>
                </a:lnTo>
                <a:lnTo>
                  <a:pt x="1582391" y="1884350"/>
                </a:lnTo>
                <a:lnTo>
                  <a:pt x="1600642" y="1926002"/>
                </a:lnTo>
                <a:lnTo>
                  <a:pt x="1622425" y="1965720"/>
                </a:lnTo>
                <a:lnTo>
                  <a:pt x="1648249" y="2003240"/>
                </a:lnTo>
                <a:lnTo>
                  <a:pt x="1678623" y="2038298"/>
                </a:lnTo>
                <a:lnTo>
                  <a:pt x="1714956" y="2071130"/>
                </a:lnTo>
                <a:lnTo>
                  <a:pt x="1754625" y="2099042"/>
                </a:lnTo>
                <a:lnTo>
                  <a:pt x="1797169" y="2122356"/>
                </a:lnTo>
                <a:lnTo>
                  <a:pt x="1842129" y="2141397"/>
                </a:lnTo>
                <a:lnTo>
                  <a:pt x="2532500" y="2166583"/>
                </a:lnTo>
                <a:lnTo>
                  <a:pt x="2581666" y="2169465"/>
                </a:lnTo>
                <a:lnTo>
                  <a:pt x="2630700" y="2175085"/>
                </a:lnTo>
                <a:lnTo>
                  <a:pt x="2677712" y="2183494"/>
                </a:lnTo>
                <a:lnTo>
                  <a:pt x="2723803" y="2194769"/>
                </a:lnTo>
                <a:lnTo>
                  <a:pt x="2768933" y="2208794"/>
                </a:lnTo>
                <a:lnTo>
                  <a:pt x="2813060" y="2225450"/>
                </a:lnTo>
                <a:lnTo>
                  <a:pt x="2856146" y="2244618"/>
                </a:lnTo>
                <a:lnTo>
                  <a:pt x="2898148" y="2266182"/>
                </a:lnTo>
                <a:lnTo>
                  <a:pt x="2939026" y="2290023"/>
                </a:lnTo>
                <a:lnTo>
                  <a:pt x="2978740" y="2316024"/>
                </a:lnTo>
                <a:lnTo>
                  <a:pt x="3017250" y="2344065"/>
                </a:lnTo>
                <a:lnTo>
                  <a:pt x="3054515" y="2374031"/>
                </a:lnTo>
                <a:lnTo>
                  <a:pt x="3090495" y="2405802"/>
                </a:lnTo>
                <a:lnTo>
                  <a:pt x="3125149" y="2439261"/>
                </a:lnTo>
                <a:lnTo>
                  <a:pt x="3158436" y="2474290"/>
                </a:lnTo>
                <a:lnTo>
                  <a:pt x="3190316" y="2510770"/>
                </a:lnTo>
                <a:lnTo>
                  <a:pt x="3220749" y="2548585"/>
                </a:lnTo>
                <a:lnTo>
                  <a:pt x="3249694" y="2587616"/>
                </a:lnTo>
                <a:lnTo>
                  <a:pt x="3277111" y="2627745"/>
                </a:lnTo>
                <a:lnTo>
                  <a:pt x="3302958" y="2668854"/>
                </a:lnTo>
                <a:lnTo>
                  <a:pt x="3327197" y="2710826"/>
                </a:lnTo>
                <a:lnTo>
                  <a:pt x="3349785" y="2753542"/>
                </a:lnTo>
                <a:lnTo>
                  <a:pt x="3370684" y="2796885"/>
                </a:lnTo>
                <a:lnTo>
                  <a:pt x="3390430" y="2841833"/>
                </a:lnTo>
                <a:lnTo>
                  <a:pt x="3408762" y="2887321"/>
                </a:lnTo>
                <a:lnTo>
                  <a:pt x="3425749" y="2933303"/>
                </a:lnTo>
                <a:lnTo>
                  <a:pt x="3441460" y="2979732"/>
                </a:lnTo>
                <a:lnTo>
                  <a:pt x="3455964" y="3026559"/>
                </a:lnTo>
                <a:lnTo>
                  <a:pt x="3469330" y="3073739"/>
                </a:lnTo>
                <a:lnTo>
                  <a:pt x="3481629" y="3121223"/>
                </a:lnTo>
                <a:lnTo>
                  <a:pt x="3492928" y="3168966"/>
                </a:lnTo>
                <a:lnTo>
                  <a:pt x="3503297" y="3216919"/>
                </a:lnTo>
                <a:lnTo>
                  <a:pt x="3512805" y="3265036"/>
                </a:lnTo>
                <a:lnTo>
                  <a:pt x="3521522" y="3313269"/>
                </a:lnTo>
                <a:lnTo>
                  <a:pt x="3527871" y="3353945"/>
                </a:lnTo>
                <a:lnTo>
                  <a:pt x="3534918" y="3397184"/>
                </a:lnTo>
                <a:lnTo>
                  <a:pt x="3544498" y="3440171"/>
                </a:lnTo>
                <a:lnTo>
                  <a:pt x="3558444" y="3480090"/>
                </a:lnTo>
                <a:lnTo>
                  <a:pt x="3578591" y="3514129"/>
                </a:lnTo>
                <a:lnTo>
                  <a:pt x="3606772" y="3539470"/>
                </a:lnTo>
                <a:lnTo>
                  <a:pt x="3644823" y="3553300"/>
                </a:lnTo>
                <a:close/>
              </a:path>
              <a:path w="3652519" h="3553460">
                <a:moveTo>
                  <a:pt x="2087062" y="2183820"/>
                </a:moveTo>
                <a:lnTo>
                  <a:pt x="2136855" y="2184012"/>
                </a:lnTo>
                <a:lnTo>
                  <a:pt x="2186345" y="2182416"/>
                </a:lnTo>
                <a:lnTo>
                  <a:pt x="2235866" y="2179686"/>
                </a:lnTo>
                <a:lnTo>
                  <a:pt x="2384411" y="2169527"/>
                </a:lnTo>
                <a:lnTo>
                  <a:pt x="2433852" y="2167098"/>
                </a:lnTo>
                <a:lnTo>
                  <a:pt x="2483222" y="2165956"/>
                </a:lnTo>
                <a:lnTo>
                  <a:pt x="2532500" y="2166583"/>
                </a:lnTo>
                <a:lnTo>
                  <a:pt x="1853039" y="2144906"/>
                </a:lnTo>
                <a:lnTo>
                  <a:pt x="1889045" y="2156488"/>
                </a:lnTo>
                <a:lnTo>
                  <a:pt x="1937456" y="2167953"/>
                </a:lnTo>
                <a:lnTo>
                  <a:pt x="1986450" y="2176039"/>
                </a:lnTo>
                <a:lnTo>
                  <a:pt x="1986061" y="2176027"/>
                </a:lnTo>
                <a:lnTo>
                  <a:pt x="2036925" y="2181295"/>
                </a:lnTo>
                <a:lnTo>
                  <a:pt x="2087062" y="2183820"/>
                </a:lnTo>
                <a:close/>
              </a:path>
            </a:pathLst>
          </a:custGeom>
          <a:solidFill>
            <a:srgbClr val="CEB3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765807" y="1984959"/>
            <a:ext cx="10333990" cy="5558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160" dirty="0">
                <a:latin typeface="Trebuchet MS"/>
                <a:cs typeface="Trebuchet MS"/>
              </a:rPr>
              <a:t>What</a:t>
            </a:r>
            <a:r>
              <a:rPr sz="2400" b="1" spc="-8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is</a:t>
            </a:r>
            <a:r>
              <a:rPr sz="2400" b="1" spc="-9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a</a:t>
            </a:r>
            <a:r>
              <a:rPr sz="2400" b="1" spc="-80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Relay?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20"/>
              </a:spcBef>
            </a:pPr>
            <a:endParaRPr sz="2400">
              <a:latin typeface="Trebuchet MS"/>
              <a:cs typeface="Trebuchet MS"/>
            </a:endParaRPr>
          </a:p>
          <a:p>
            <a:pPr marL="350520">
              <a:lnSpc>
                <a:spcPct val="100000"/>
              </a:lnSpc>
            </a:pPr>
            <a:r>
              <a:rPr sz="2400" spc="-155" dirty="0">
                <a:latin typeface="Trebuchet MS"/>
                <a:cs typeface="Trebuchet MS"/>
              </a:rPr>
              <a:t>Electrical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switch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that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opens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or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closes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245" dirty="0">
                <a:latin typeface="Trebuchet MS"/>
                <a:cs typeface="Trebuchet MS"/>
              </a:rPr>
              <a:t>a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circuit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using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an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electromagnetic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coil.</a:t>
            </a:r>
            <a:endParaRPr sz="2400">
              <a:latin typeface="Trebuchet MS"/>
              <a:cs typeface="Trebuchet MS"/>
            </a:endParaRPr>
          </a:p>
          <a:p>
            <a:pPr marL="355600" marR="5080" indent="-342900">
              <a:lnSpc>
                <a:spcPts val="2300"/>
              </a:lnSpc>
              <a:spcBef>
                <a:spcPts val="1485"/>
              </a:spcBef>
              <a:buClr>
                <a:srgbClr val="B71E42"/>
              </a:buClr>
              <a:buFont typeface="Arial MT"/>
              <a:buChar char="•"/>
              <a:tabLst>
                <a:tab pos="355600" algn="l"/>
              </a:tabLst>
            </a:pPr>
            <a:r>
              <a:rPr sz="2400" spc="-45" dirty="0">
                <a:latin typeface="Trebuchet MS"/>
                <a:cs typeface="Trebuchet MS"/>
              </a:rPr>
              <a:t>Allows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low-</a:t>
            </a:r>
            <a:r>
              <a:rPr sz="2400" spc="-80" dirty="0">
                <a:latin typeface="Trebuchet MS"/>
                <a:cs typeface="Trebuchet MS"/>
              </a:rPr>
              <a:t>power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circuits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(like</a:t>
            </a:r>
            <a:r>
              <a:rPr sz="2400" spc="-31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Arduino)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control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high-</a:t>
            </a:r>
            <a:r>
              <a:rPr sz="2400" spc="-80" dirty="0">
                <a:latin typeface="Trebuchet MS"/>
                <a:cs typeface="Trebuchet MS"/>
              </a:rPr>
              <a:t>power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devices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(motors, </a:t>
            </a:r>
            <a:r>
              <a:rPr sz="2400" spc="-185" dirty="0">
                <a:latin typeface="Trebuchet MS"/>
                <a:cs typeface="Trebuchet MS"/>
              </a:rPr>
              <a:t>lights,</a:t>
            </a:r>
            <a:r>
              <a:rPr sz="2400" spc="-24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fans).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50"/>
              </a:spcBef>
              <a:buClr>
                <a:srgbClr val="B71E42"/>
              </a:buClr>
              <a:buFont typeface="Arial MT"/>
              <a:buChar char="•"/>
              <a:tabLst>
                <a:tab pos="354965" algn="l"/>
              </a:tabLst>
            </a:pPr>
            <a:r>
              <a:rPr sz="2400" spc="-45" dirty="0">
                <a:latin typeface="Trebuchet MS"/>
                <a:cs typeface="Trebuchet MS"/>
              </a:rPr>
              <a:t>Used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in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home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automation,</a:t>
            </a:r>
            <a:r>
              <a:rPr sz="2400" spc="-28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industrial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control,</a:t>
            </a:r>
            <a:r>
              <a:rPr sz="2400" spc="-280" dirty="0">
                <a:latin typeface="Trebuchet MS"/>
                <a:cs typeface="Trebuchet MS"/>
              </a:rPr>
              <a:t> </a:t>
            </a:r>
            <a:r>
              <a:rPr sz="2400" spc="-170" dirty="0">
                <a:latin typeface="Trebuchet MS"/>
                <a:cs typeface="Trebuchet MS"/>
              </a:rPr>
              <a:t>and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automotive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applications.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25"/>
              </a:spcBef>
              <a:buClr>
                <a:srgbClr val="B71E42"/>
              </a:buClr>
              <a:buFont typeface="Arial MT"/>
              <a:buChar char="•"/>
              <a:tabLst>
                <a:tab pos="354965" algn="l"/>
              </a:tabLst>
            </a:pPr>
            <a:r>
              <a:rPr sz="2400" b="1" spc="105" dirty="0">
                <a:latin typeface="Trebuchet MS"/>
                <a:cs typeface="Trebuchet MS"/>
              </a:rPr>
              <a:t>How</a:t>
            </a:r>
            <a:r>
              <a:rPr sz="2400" b="1" spc="-6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a</a:t>
            </a:r>
            <a:r>
              <a:rPr sz="2400" b="1" spc="-60" dirty="0">
                <a:latin typeface="Trebuchet MS"/>
                <a:cs typeface="Trebuchet MS"/>
              </a:rPr>
              <a:t> </a:t>
            </a:r>
            <a:r>
              <a:rPr sz="2400" b="1" spc="-40" dirty="0">
                <a:latin typeface="Trebuchet MS"/>
                <a:cs typeface="Trebuchet MS"/>
              </a:rPr>
              <a:t>Relay</a:t>
            </a:r>
            <a:r>
              <a:rPr sz="2400" b="1" spc="-335" dirty="0">
                <a:latin typeface="Trebuchet MS"/>
                <a:cs typeface="Trebuchet MS"/>
              </a:rPr>
              <a:t> </a:t>
            </a:r>
            <a:r>
              <a:rPr sz="2400" b="1" spc="45" dirty="0">
                <a:latin typeface="Trebuchet MS"/>
                <a:cs typeface="Trebuchet MS"/>
              </a:rPr>
              <a:t>Works?</a:t>
            </a:r>
            <a:endParaRPr sz="2400">
              <a:latin typeface="Trebuchet MS"/>
              <a:cs typeface="Trebuchet MS"/>
            </a:endParaRPr>
          </a:p>
          <a:p>
            <a:pPr marL="355600" marR="532765" indent="-342900">
              <a:lnSpc>
                <a:spcPts val="2300"/>
              </a:lnSpc>
              <a:spcBef>
                <a:spcPts val="1485"/>
              </a:spcBef>
              <a:buClr>
                <a:srgbClr val="B71E42"/>
              </a:buClr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latin typeface="Trebuchet MS"/>
                <a:cs typeface="Trebuchet MS"/>
              </a:rPr>
              <a:t>Switching</a:t>
            </a:r>
            <a:r>
              <a:rPr sz="2400" b="1" spc="-2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the</a:t>
            </a:r>
            <a:r>
              <a:rPr sz="2400" b="1" spc="-2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Circuit</a:t>
            </a:r>
            <a:r>
              <a:rPr sz="2400" b="1" spc="-2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-</a:t>
            </a:r>
            <a:r>
              <a:rPr sz="2400" spc="-34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relay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connects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or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disconnects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the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high-</a:t>
            </a:r>
            <a:r>
              <a:rPr sz="2400" spc="-10" dirty="0">
                <a:latin typeface="Trebuchet MS"/>
                <a:cs typeface="Trebuchet MS"/>
              </a:rPr>
              <a:t>power </a:t>
            </a:r>
            <a:r>
              <a:rPr sz="2400" spc="-50" dirty="0">
                <a:latin typeface="Trebuchet MS"/>
                <a:cs typeface="Trebuchet MS"/>
              </a:rPr>
              <a:t>circuit.</a:t>
            </a:r>
            <a:endParaRPr sz="2400">
              <a:latin typeface="Trebuchet MS"/>
              <a:cs typeface="Trebuchet MS"/>
            </a:endParaRPr>
          </a:p>
          <a:p>
            <a:pPr marL="1041400" marR="434975" lvl="1" indent="-342900">
              <a:lnSpc>
                <a:spcPct val="100000"/>
              </a:lnSpc>
              <a:spcBef>
                <a:spcPts val="825"/>
              </a:spcBef>
              <a:buClr>
                <a:srgbClr val="B71E42"/>
              </a:buClr>
              <a:buFont typeface="Arial MT"/>
              <a:buChar char="•"/>
              <a:tabLst>
                <a:tab pos="1041400" algn="l"/>
              </a:tabLst>
            </a:pPr>
            <a:r>
              <a:rPr sz="2400" spc="-10" dirty="0">
                <a:latin typeface="Trebuchet MS"/>
                <a:cs typeface="Trebuchet MS"/>
              </a:rPr>
              <a:t>Can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work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as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Normally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Open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110" dirty="0">
                <a:latin typeface="Trebuchet MS"/>
                <a:cs typeface="Trebuchet MS"/>
              </a:rPr>
              <a:t>(NO)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or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Normally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Closed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75" dirty="0">
                <a:latin typeface="Trebuchet MS"/>
                <a:cs typeface="Trebuchet MS"/>
              </a:rPr>
              <a:t>(NC)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based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on </a:t>
            </a:r>
            <a:r>
              <a:rPr sz="2400" spc="-40" dirty="0">
                <a:latin typeface="Trebuchet MS"/>
                <a:cs typeface="Trebuchet MS"/>
              </a:rPr>
              <a:t>design.</a:t>
            </a:r>
            <a:endParaRPr sz="2400">
              <a:latin typeface="Trebuchet MS"/>
              <a:cs typeface="Trebuchet MS"/>
            </a:endParaRPr>
          </a:p>
          <a:p>
            <a:pPr marL="355600" marR="765175" indent="-342900">
              <a:lnSpc>
                <a:spcPts val="2300"/>
              </a:lnSpc>
              <a:spcBef>
                <a:spcPts val="1485"/>
              </a:spcBef>
              <a:buClr>
                <a:srgbClr val="B71E42"/>
              </a:buClr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latin typeface="Trebuchet MS"/>
                <a:cs typeface="Trebuchet MS"/>
              </a:rPr>
              <a:t>Controlling</a:t>
            </a:r>
            <a:r>
              <a:rPr sz="2400" b="1" spc="-60" dirty="0">
                <a:latin typeface="Trebuchet MS"/>
                <a:cs typeface="Trebuchet MS"/>
              </a:rPr>
              <a:t> </a:t>
            </a:r>
            <a:r>
              <a:rPr sz="2400" b="1" spc="50" dirty="0">
                <a:latin typeface="Trebuchet MS"/>
                <a:cs typeface="Trebuchet MS"/>
              </a:rPr>
              <a:t>High-</a:t>
            </a:r>
            <a:r>
              <a:rPr sz="2400" b="1" spc="-10" dirty="0">
                <a:latin typeface="Trebuchet MS"/>
                <a:cs typeface="Trebuchet MS"/>
              </a:rPr>
              <a:t>Power</a:t>
            </a:r>
            <a:r>
              <a:rPr sz="2400" b="1" spc="-5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Devices</a:t>
            </a:r>
            <a:r>
              <a:rPr sz="2400" b="1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-</a:t>
            </a:r>
            <a:r>
              <a:rPr sz="2400" spc="-45" dirty="0">
                <a:latin typeface="Trebuchet MS"/>
                <a:cs typeface="Trebuchet MS"/>
              </a:rPr>
              <a:t> Used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control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bulbs,</a:t>
            </a:r>
            <a:r>
              <a:rPr sz="2400" spc="-285" dirty="0">
                <a:latin typeface="Trebuchet MS"/>
                <a:cs typeface="Trebuchet MS"/>
              </a:rPr>
              <a:t> </a:t>
            </a:r>
            <a:r>
              <a:rPr sz="2400" spc="-229" dirty="0">
                <a:latin typeface="Trebuchet MS"/>
                <a:cs typeface="Trebuchet MS"/>
              </a:rPr>
              <a:t>fans,</a:t>
            </a:r>
            <a:r>
              <a:rPr sz="2400" spc="-29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motors, </a:t>
            </a:r>
            <a:r>
              <a:rPr sz="2400" spc="-170" dirty="0">
                <a:latin typeface="Trebuchet MS"/>
                <a:cs typeface="Trebuchet MS"/>
              </a:rPr>
              <a:t>heaters,</a:t>
            </a:r>
            <a:r>
              <a:rPr sz="2400" spc="-275" dirty="0">
                <a:latin typeface="Trebuchet MS"/>
                <a:cs typeface="Trebuchet MS"/>
              </a:rPr>
              <a:t> </a:t>
            </a:r>
            <a:r>
              <a:rPr sz="2400" spc="-170" dirty="0">
                <a:latin typeface="Trebuchet MS"/>
                <a:cs typeface="Trebuchet MS"/>
              </a:rPr>
              <a:t>and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other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appliances.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20600" y="5010911"/>
            <a:ext cx="5724779" cy="38166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64969" y="1178560"/>
            <a:ext cx="14443075" cy="1608455"/>
            <a:chOff x="2164969" y="1178560"/>
            <a:chExt cx="14443075" cy="1608455"/>
          </a:xfrm>
        </p:grpSpPr>
        <p:sp>
          <p:nvSpPr>
            <p:cNvPr id="3" name="object 3"/>
            <p:cNvSpPr/>
            <p:nvPr/>
          </p:nvSpPr>
          <p:spPr>
            <a:xfrm>
              <a:off x="2180844" y="2770632"/>
              <a:ext cx="14411325" cy="0"/>
            </a:xfrm>
            <a:custGeom>
              <a:avLst/>
              <a:gdLst/>
              <a:ahLst/>
              <a:cxnLst/>
              <a:rect l="l" t="t" r="r" b="b"/>
              <a:pathLst>
                <a:path w="14411325">
                  <a:moveTo>
                    <a:pt x="0" y="0"/>
                  </a:moveTo>
                  <a:lnTo>
                    <a:pt x="14411325" y="0"/>
                  </a:lnTo>
                </a:path>
              </a:pathLst>
            </a:custGeom>
            <a:ln w="31750">
              <a:solidFill>
                <a:srgbClr val="B71E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571472" y="1178560"/>
              <a:ext cx="1159510" cy="1159510"/>
            </a:xfrm>
            <a:custGeom>
              <a:avLst/>
              <a:gdLst/>
              <a:ahLst/>
              <a:cxnLst/>
              <a:rect l="l" t="t" r="r" b="b"/>
              <a:pathLst>
                <a:path w="1159509" h="1159510">
                  <a:moveTo>
                    <a:pt x="579501" y="0"/>
                  </a:moveTo>
                  <a:lnTo>
                    <a:pt x="531974" y="1921"/>
                  </a:lnTo>
                  <a:lnTo>
                    <a:pt x="485505" y="7585"/>
                  </a:lnTo>
                  <a:lnTo>
                    <a:pt x="440243" y="16842"/>
                  </a:lnTo>
                  <a:lnTo>
                    <a:pt x="396337" y="29545"/>
                  </a:lnTo>
                  <a:lnTo>
                    <a:pt x="353937" y="45543"/>
                  </a:lnTo>
                  <a:lnTo>
                    <a:pt x="313191" y="64688"/>
                  </a:lnTo>
                  <a:lnTo>
                    <a:pt x="274248" y="86830"/>
                  </a:lnTo>
                  <a:lnTo>
                    <a:pt x="237259" y="111820"/>
                  </a:lnTo>
                  <a:lnTo>
                    <a:pt x="202371" y="139511"/>
                  </a:lnTo>
                  <a:lnTo>
                    <a:pt x="169735" y="169751"/>
                  </a:lnTo>
                  <a:lnTo>
                    <a:pt x="139499" y="202392"/>
                  </a:lnTo>
                  <a:lnTo>
                    <a:pt x="111812" y="237286"/>
                  </a:lnTo>
                  <a:lnTo>
                    <a:pt x="86824" y="274283"/>
                  </a:lnTo>
                  <a:lnTo>
                    <a:pt x="64684" y="313234"/>
                  </a:lnTo>
                  <a:lnTo>
                    <a:pt x="45541" y="353990"/>
                  </a:lnTo>
                  <a:lnTo>
                    <a:pt x="29544" y="396402"/>
                  </a:lnTo>
                  <a:lnTo>
                    <a:pt x="16842" y="440321"/>
                  </a:lnTo>
                  <a:lnTo>
                    <a:pt x="7584" y="485597"/>
                  </a:lnTo>
                  <a:lnTo>
                    <a:pt x="1921" y="532083"/>
                  </a:lnTo>
                  <a:lnTo>
                    <a:pt x="0" y="579628"/>
                  </a:lnTo>
                  <a:lnTo>
                    <a:pt x="1921" y="627154"/>
                  </a:lnTo>
                  <a:lnTo>
                    <a:pt x="7584" y="673623"/>
                  </a:lnTo>
                  <a:lnTo>
                    <a:pt x="16842" y="718885"/>
                  </a:lnTo>
                  <a:lnTo>
                    <a:pt x="29544" y="762791"/>
                  </a:lnTo>
                  <a:lnTo>
                    <a:pt x="45541" y="805191"/>
                  </a:lnTo>
                  <a:lnTo>
                    <a:pt x="64684" y="845937"/>
                  </a:lnTo>
                  <a:lnTo>
                    <a:pt x="86824" y="884880"/>
                  </a:lnTo>
                  <a:lnTo>
                    <a:pt x="111812" y="921869"/>
                  </a:lnTo>
                  <a:lnTo>
                    <a:pt x="139499" y="956757"/>
                  </a:lnTo>
                  <a:lnTo>
                    <a:pt x="169735" y="989393"/>
                  </a:lnTo>
                  <a:lnTo>
                    <a:pt x="202371" y="1019629"/>
                  </a:lnTo>
                  <a:lnTo>
                    <a:pt x="237259" y="1047316"/>
                  </a:lnTo>
                  <a:lnTo>
                    <a:pt x="274248" y="1072304"/>
                  </a:lnTo>
                  <a:lnTo>
                    <a:pt x="313191" y="1094444"/>
                  </a:lnTo>
                  <a:lnTo>
                    <a:pt x="353937" y="1113587"/>
                  </a:lnTo>
                  <a:lnTo>
                    <a:pt x="396337" y="1129584"/>
                  </a:lnTo>
                  <a:lnTo>
                    <a:pt x="440243" y="1142286"/>
                  </a:lnTo>
                  <a:lnTo>
                    <a:pt x="485505" y="1151544"/>
                  </a:lnTo>
                  <a:lnTo>
                    <a:pt x="531974" y="1157207"/>
                  </a:lnTo>
                  <a:lnTo>
                    <a:pt x="579501" y="1159129"/>
                  </a:lnTo>
                  <a:lnTo>
                    <a:pt x="627027" y="1157207"/>
                  </a:lnTo>
                  <a:lnTo>
                    <a:pt x="673496" y="1151544"/>
                  </a:lnTo>
                  <a:lnTo>
                    <a:pt x="718758" y="1142286"/>
                  </a:lnTo>
                  <a:lnTo>
                    <a:pt x="762664" y="1129584"/>
                  </a:lnTo>
                  <a:lnTo>
                    <a:pt x="805064" y="1113587"/>
                  </a:lnTo>
                  <a:lnTo>
                    <a:pt x="845810" y="1094444"/>
                  </a:lnTo>
                  <a:lnTo>
                    <a:pt x="884753" y="1072304"/>
                  </a:lnTo>
                  <a:lnTo>
                    <a:pt x="921742" y="1047316"/>
                  </a:lnTo>
                  <a:lnTo>
                    <a:pt x="956630" y="1019629"/>
                  </a:lnTo>
                  <a:lnTo>
                    <a:pt x="989266" y="989393"/>
                  </a:lnTo>
                  <a:lnTo>
                    <a:pt x="1019502" y="956757"/>
                  </a:lnTo>
                  <a:lnTo>
                    <a:pt x="1047189" y="921869"/>
                  </a:lnTo>
                  <a:lnTo>
                    <a:pt x="1072177" y="884880"/>
                  </a:lnTo>
                  <a:lnTo>
                    <a:pt x="1094317" y="845937"/>
                  </a:lnTo>
                  <a:lnTo>
                    <a:pt x="1113460" y="805191"/>
                  </a:lnTo>
                  <a:lnTo>
                    <a:pt x="1129457" y="762791"/>
                  </a:lnTo>
                  <a:lnTo>
                    <a:pt x="1142159" y="718885"/>
                  </a:lnTo>
                  <a:lnTo>
                    <a:pt x="1151417" y="673623"/>
                  </a:lnTo>
                  <a:lnTo>
                    <a:pt x="1157080" y="627154"/>
                  </a:lnTo>
                  <a:lnTo>
                    <a:pt x="1159002" y="579628"/>
                  </a:lnTo>
                  <a:lnTo>
                    <a:pt x="1157080" y="532083"/>
                  </a:lnTo>
                  <a:lnTo>
                    <a:pt x="1151417" y="485597"/>
                  </a:lnTo>
                  <a:lnTo>
                    <a:pt x="1142159" y="440321"/>
                  </a:lnTo>
                  <a:lnTo>
                    <a:pt x="1129457" y="396402"/>
                  </a:lnTo>
                  <a:lnTo>
                    <a:pt x="1113460" y="353990"/>
                  </a:lnTo>
                  <a:lnTo>
                    <a:pt x="1094317" y="313234"/>
                  </a:lnTo>
                  <a:lnTo>
                    <a:pt x="1072177" y="274283"/>
                  </a:lnTo>
                  <a:lnTo>
                    <a:pt x="1047189" y="237286"/>
                  </a:lnTo>
                  <a:lnTo>
                    <a:pt x="1019502" y="202392"/>
                  </a:lnTo>
                  <a:lnTo>
                    <a:pt x="989266" y="169751"/>
                  </a:lnTo>
                  <a:lnTo>
                    <a:pt x="956630" y="139511"/>
                  </a:lnTo>
                  <a:lnTo>
                    <a:pt x="921742" y="111820"/>
                  </a:lnTo>
                  <a:lnTo>
                    <a:pt x="884753" y="86830"/>
                  </a:lnTo>
                  <a:lnTo>
                    <a:pt x="845810" y="64688"/>
                  </a:lnTo>
                  <a:lnTo>
                    <a:pt x="805064" y="45543"/>
                  </a:lnTo>
                  <a:lnTo>
                    <a:pt x="762664" y="29545"/>
                  </a:lnTo>
                  <a:lnTo>
                    <a:pt x="718758" y="16842"/>
                  </a:lnTo>
                  <a:lnTo>
                    <a:pt x="673496" y="7585"/>
                  </a:lnTo>
                  <a:lnTo>
                    <a:pt x="627027" y="1921"/>
                  </a:lnTo>
                  <a:lnTo>
                    <a:pt x="579501" y="0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40" rIns="0" bIns="0" rtlCol="0">
            <a:spAutoFit/>
          </a:bodyPr>
          <a:lstStyle/>
          <a:p>
            <a:pPr marL="181610">
              <a:lnSpc>
                <a:spcPct val="100000"/>
              </a:lnSpc>
              <a:spcBef>
                <a:spcPts val="95"/>
              </a:spcBef>
            </a:pPr>
            <a:r>
              <a:rPr spc="-200" dirty="0"/>
              <a:t>SYSTEM</a:t>
            </a:r>
            <a:r>
              <a:rPr spc="-600" dirty="0"/>
              <a:t> </a:t>
            </a:r>
            <a:r>
              <a:rPr spc="-270" dirty="0"/>
              <a:t>COMPONENTS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3025775" cy="10287000"/>
            <a:chOff x="0" y="0"/>
            <a:chExt cx="3025775" cy="10287000"/>
          </a:xfrm>
        </p:grpSpPr>
        <p:sp>
          <p:nvSpPr>
            <p:cNvPr id="7" name="object 7"/>
            <p:cNvSpPr/>
            <p:nvPr/>
          </p:nvSpPr>
          <p:spPr>
            <a:xfrm>
              <a:off x="627367" y="0"/>
              <a:ext cx="937260" cy="10287000"/>
            </a:xfrm>
            <a:custGeom>
              <a:avLst/>
              <a:gdLst/>
              <a:ahLst/>
              <a:cxnLst/>
              <a:rect l="l" t="t" r="r" b="b"/>
              <a:pathLst>
                <a:path w="937260" h="10287000">
                  <a:moveTo>
                    <a:pt x="937056" y="0"/>
                  </a:moveTo>
                  <a:lnTo>
                    <a:pt x="0" y="0"/>
                  </a:lnTo>
                  <a:lnTo>
                    <a:pt x="0" y="10287000"/>
                  </a:lnTo>
                  <a:lnTo>
                    <a:pt x="937056" y="10287000"/>
                  </a:lnTo>
                  <a:lnTo>
                    <a:pt x="937056" y="0"/>
                  </a:lnTo>
                  <a:close/>
                </a:path>
              </a:pathLst>
            </a:custGeom>
            <a:solidFill>
              <a:srgbClr val="ECDF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15999"/>
              <a:ext cx="1144270" cy="1892935"/>
            </a:xfrm>
            <a:custGeom>
              <a:avLst/>
              <a:gdLst/>
              <a:ahLst/>
              <a:cxnLst/>
              <a:rect l="l" t="t" r="r" b="b"/>
              <a:pathLst>
                <a:path w="1144270" h="1892935">
                  <a:moveTo>
                    <a:pt x="0" y="0"/>
                  </a:moveTo>
                  <a:lnTo>
                    <a:pt x="0" y="1658009"/>
                  </a:lnTo>
                  <a:lnTo>
                    <a:pt x="61612" y="1731358"/>
                  </a:lnTo>
                  <a:lnTo>
                    <a:pt x="131601" y="1796917"/>
                  </a:lnTo>
                  <a:lnTo>
                    <a:pt x="169970" y="1824817"/>
                  </a:lnTo>
                  <a:lnTo>
                    <a:pt x="210847" y="1848588"/>
                  </a:lnTo>
                  <a:lnTo>
                    <a:pt x="254428" y="1867574"/>
                  </a:lnTo>
                  <a:lnTo>
                    <a:pt x="301991" y="1881468"/>
                  </a:lnTo>
                  <a:lnTo>
                    <a:pt x="350535" y="1889618"/>
                  </a:lnTo>
                  <a:lnTo>
                    <a:pt x="399818" y="1892835"/>
                  </a:lnTo>
                  <a:lnTo>
                    <a:pt x="499635" y="1887710"/>
                  </a:lnTo>
                  <a:lnTo>
                    <a:pt x="697135" y="1853659"/>
                  </a:lnTo>
                  <a:lnTo>
                    <a:pt x="841835" y="1816157"/>
                  </a:lnTo>
                  <a:lnTo>
                    <a:pt x="932213" y="1778964"/>
                  </a:lnTo>
                  <a:lnTo>
                    <a:pt x="973774" y="1755212"/>
                  </a:lnTo>
                  <a:lnTo>
                    <a:pt x="1012115" y="1727355"/>
                  </a:lnTo>
                  <a:lnTo>
                    <a:pt x="1046636" y="1694895"/>
                  </a:lnTo>
                  <a:lnTo>
                    <a:pt x="1076737" y="1657332"/>
                  </a:lnTo>
                  <a:lnTo>
                    <a:pt x="1101510" y="1614832"/>
                  </a:lnTo>
                  <a:lnTo>
                    <a:pt x="1119869" y="1569653"/>
                  </a:lnTo>
                  <a:lnTo>
                    <a:pt x="1132556" y="1522332"/>
                  </a:lnTo>
                  <a:lnTo>
                    <a:pt x="1140313" y="1473407"/>
                  </a:lnTo>
                  <a:lnTo>
                    <a:pt x="1143881" y="1423417"/>
                  </a:lnTo>
                  <a:lnTo>
                    <a:pt x="1141418" y="1322392"/>
                  </a:lnTo>
                  <a:lnTo>
                    <a:pt x="1124436" y="1173604"/>
                  </a:lnTo>
                  <a:lnTo>
                    <a:pt x="1088144" y="977766"/>
                  </a:lnTo>
                  <a:lnTo>
                    <a:pt x="1036853" y="785295"/>
                  </a:lnTo>
                  <a:lnTo>
                    <a:pt x="968834" y="595314"/>
                  </a:lnTo>
                  <a:lnTo>
                    <a:pt x="922140" y="504796"/>
                  </a:lnTo>
                  <a:lnTo>
                    <a:pt x="893754" y="463171"/>
                  </a:lnTo>
                  <a:lnTo>
                    <a:pt x="861293" y="424940"/>
                  </a:lnTo>
                  <a:lnTo>
                    <a:pt x="824220" y="390829"/>
                  </a:lnTo>
                  <a:lnTo>
                    <a:pt x="784868" y="362957"/>
                  </a:lnTo>
                  <a:lnTo>
                    <a:pt x="743065" y="340127"/>
                  </a:lnTo>
                  <a:lnTo>
                    <a:pt x="699181" y="321536"/>
                  </a:lnTo>
                  <a:lnTo>
                    <a:pt x="606652" y="293858"/>
                  </a:lnTo>
                  <a:lnTo>
                    <a:pt x="364827" y="242598"/>
                  </a:lnTo>
                  <a:lnTo>
                    <a:pt x="271669" y="212391"/>
                  </a:lnTo>
                  <a:lnTo>
                    <a:pt x="227542" y="192260"/>
                  </a:lnTo>
                  <a:lnTo>
                    <a:pt x="185567" y="168767"/>
                  </a:lnTo>
                  <a:lnTo>
                    <a:pt x="107947" y="112621"/>
                  </a:lnTo>
                  <a:lnTo>
                    <a:pt x="38563" y="45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205" y="0"/>
              <a:ext cx="1123315" cy="517525"/>
            </a:xfrm>
            <a:custGeom>
              <a:avLst/>
              <a:gdLst/>
              <a:ahLst/>
              <a:cxnLst/>
              <a:rect l="l" t="t" r="r" b="b"/>
              <a:pathLst>
                <a:path w="1123315" h="517525">
                  <a:moveTo>
                    <a:pt x="1059869" y="0"/>
                  </a:moveTo>
                  <a:lnTo>
                    <a:pt x="0" y="0"/>
                  </a:lnTo>
                  <a:lnTo>
                    <a:pt x="27343" y="45451"/>
                  </a:lnTo>
                  <a:lnTo>
                    <a:pt x="81706" y="122376"/>
                  </a:lnTo>
                  <a:lnTo>
                    <a:pt x="142780" y="194155"/>
                  </a:lnTo>
                  <a:lnTo>
                    <a:pt x="209975" y="260238"/>
                  </a:lnTo>
                  <a:lnTo>
                    <a:pt x="282704" y="320072"/>
                  </a:lnTo>
                  <a:lnTo>
                    <a:pt x="360377" y="373106"/>
                  </a:lnTo>
                  <a:lnTo>
                    <a:pt x="442407" y="418787"/>
                  </a:lnTo>
                  <a:lnTo>
                    <a:pt x="528205" y="456564"/>
                  </a:lnTo>
                  <a:lnTo>
                    <a:pt x="572333" y="472317"/>
                  </a:lnTo>
                  <a:lnTo>
                    <a:pt x="617182" y="485886"/>
                  </a:lnTo>
                  <a:lnTo>
                    <a:pt x="662679" y="497203"/>
                  </a:lnTo>
                  <a:lnTo>
                    <a:pt x="708751" y="506200"/>
                  </a:lnTo>
                  <a:lnTo>
                    <a:pt x="755323" y="512806"/>
                  </a:lnTo>
                  <a:lnTo>
                    <a:pt x="809989" y="517007"/>
                  </a:lnTo>
                  <a:lnTo>
                    <a:pt x="864958" y="516057"/>
                  </a:lnTo>
                  <a:lnTo>
                    <a:pt x="918666" y="508260"/>
                  </a:lnTo>
                  <a:lnTo>
                    <a:pt x="969548" y="491921"/>
                  </a:lnTo>
                  <a:lnTo>
                    <a:pt x="1016039" y="465345"/>
                  </a:lnTo>
                  <a:lnTo>
                    <a:pt x="1049985" y="434719"/>
                  </a:lnTo>
                  <a:lnTo>
                    <a:pt x="1077278" y="398237"/>
                  </a:lnTo>
                  <a:lnTo>
                    <a:pt x="1098065" y="357243"/>
                  </a:lnTo>
                  <a:lnTo>
                    <a:pt x="1112492" y="313076"/>
                  </a:lnTo>
                  <a:lnTo>
                    <a:pt x="1120705" y="267080"/>
                  </a:lnTo>
                  <a:lnTo>
                    <a:pt x="1122849" y="220597"/>
                  </a:lnTo>
                  <a:lnTo>
                    <a:pt x="1118741" y="170556"/>
                  </a:lnTo>
                  <a:lnTo>
                    <a:pt x="1108932" y="121459"/>
                  </a:lnTo>
                  <a:lnTo>
                    <a:pt x="1093952" y="73579"/>
                  </a:lnTo>
                  <a:lnTo>
                    <a:pt x="1074330" y="27190"/>
                  </a:lnTo>
                  <a:lnTo>
                    <a:pt x="1059869" y="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6893224"/>
              <a:ext cx="3025775" cy="3394075"/>
            </a:xfrm>
            <a:custGeom>
              <a:avLst/>
              <a:gdLst/>
              <a:ahLst/>
              <a:cxnLst/>
              <a:rect l="l" t="t" r="r" b="b"/>
              <a:pathLst>
                <a:path w="3025775" h="3394075">
                  <a:moveTo>
                    <a:pt x="180449" y="7524"/>
                  </a:moveTo>
                  <a:lnTo>
                    <a:pt x="131250" y="0"/>
                  </a:lnTo>
                  <a:lnTo>
                    <a:pt x="89100" y="7252"/>
                  </a:lnTo>
                  <a:lnTo>
                    <a:pt x="52706" y="28239"/>
                  </a:lnTo>
                  <a:lnTo>
                    <a:pt x="21421" y="60098"/>
                  </a:lnTo>
                  <a:lnTo>
                    <a:pt x="5" y="91929"/>
                  </a:lnTo>
                  <a:lnTo>
                    <a:pt x="0" y="3393773"/>
                  </a:lnTo>
                  <a:lnTo>
                    <a:pt x="3025318" y="3393779"/>
                  </a:lnTo>
                  <a:lnTo>
                    <a:pt x="2995744" y="3359010"/>
                  </a:lnTo>
                  <a:lnTo>
                    <a:pt x="2961439" y="3324444"/>
                  </a:lnTo>
                  <a:lnTo>
                    <a:pt x="2924479" y="3292806"/>
                  </a:lnTo>
                  <a:lnTo>
                    <a:pt x="2884856" y="3264373"/>
                  </a:lnTo>
                  <a:lnTo>
                    <a:pt x="2842565" y="3239426"/>
                  </a:lnTo>
                  <a:lnTo>
                    <a:pt x="2795974" y="3217257"/>
                  </a:lnTo>
                  <a:lnTo>
                    <a:pt x="2747946" y="3198723"/>
                  </a:lnTo>
                  <a:lnTo>
                    <a:pt x="2698860" y="3182832"/>
                  </a:lnTo>
                  <a:lnTo>
                    <a:pt x="2649097" y="3168594"/>
                  </a:lnTo>
                  <a:lnTo>
                    <a:pt x="2549062" y="3141110"/>
                  </a:lnTo>
                  <a:lnTo>
                    <a:pt x="2499552" y="3125883"/>
                  </a:lnTo>
                  <a:lnTo>
                    <a:pt x="2450886" y="3108344"/>
                  </a:lnTo>
                  <a:lnTo>
                    <a:pt x="2405104" y="3088397"/>
                  </a:lnTo>
                  <a:lnTo>
                    <a:pt x="2360875" y="3065348"/>
                  </a:lnTo>
                  <a:lnTo>
                    <a:pt x="2318330" y="3039363"/>
                  </a:lnTo>
                  <a:lnTo>
                    <a:pt x="2277597" y="3010608"/>
                  </a:lnTo>
                  <a:lnTo>
                    <a:pt x="2238807" y="2979246"/>
                  </a:lnTo>
                  <a:lnTo>
                    <a:pt x="2202088" y="2945443"/>
                  </a:lnTo>
                  <a:lnTo>
                    <a:pt x="2167571" y="2909363"/>
                  </a:lnTo>
                  <a:lnTo>
                    <a:pt x="2135385" y="2871172"/>
                  </a:lnTo>
                  <a:lnTo>
                    <a:pt x="2105659" y="2831035"/>
                  </a:lnTo>
                  <a:lnTo>
                    <a:pt x="2078523" y="2789116"/>
                  </a:lnTo>
                  <a:lnTo>
                    <a:pt x="2054107" y="2745581"/>
                  </a:lnTo>
                  <a:lnTo>
                    <a:pt x="2032540" y="2700593"/>
                  </a:lnTo>
                  <a:lnTo>
                    <a:pt x="2013951" y="2654319"/>
                  </a:lnTo>
                  <a:lnTo>
                    <a:pt x="1998470" y="2606923"/>
                  </a:lnTo>
                  <a:lnTo>
                    <a:pt x="1986227" y="2558570"/>
                  </a:lnTo>
                  <a:lnTo>
                    <a:pt x="1977352" y="2509426"/>
                  </a:lnTo>
                  <a:lnTo>
                    <a:pt x="1971843" y="2462411"/>
                  </a:lnTo>
                  <a:lnTo>
                    <a:pt x="1968532" y="2414772"/>
                  </a:lnTo>
                  <a:lnTo>
                    <a:pt x="1966875" y="2366687"/>
                  </a:lnTo>
                  <a:lnTo>
                    <a:pt x="1966327" y="2318334"/>
                  </a:lnTo>
                  <a:lnTo>
                    <a:pt x="1966374" y="2221542"/>
                  </a:lnTo>
                  <a:lnTo>
                    <a:pt x="1965880" y="2173460"/>
                  </a:lnTo>
                  <a:lnTo>
                    <a:pt x="1964313" y="2125825"/>
                  </a:lnTo>
                  <a:lnTo>
                    <a:pt x="1961128" y="2078816"/>
                  </a:lnTo>
                  <a:lnTo>
                    <a:pt x="1955781" y="2032611"/>
                  </a:lnTo>
                  <a:lnTo>
                    <a:pt x="1947726" y="1987389"/>
                  </a:lnTo>
                  <a:lnTo>
                    <a:pt x="1936417" y="1943329"/>
                  </a:lnTo>
                  <a:lnTo>
                    <a:pt x="1921310" y="1900609"/>
                  </a:lnTo>
                  <a:lnTo>
                    <a:pt x="1901859" y="1859408"/>
                  </a:lnTo>
                  <a:lnTo>
                    <a:pt x="1877520" y="1819905"/>
                  </a:lnTo>
                  <a:lnTo>
                    <a:pt x="1846939" y="1781639"/>
                  </a:lnTo>
                  <a:lnTo>
                    <a:pt x="1812273" y="1747694"/>
                  </a:lnTo>
                  <a:lnTo>
                    <a:pt x="1774027" y="1717824"/>
                  </a:lnTo>
                  <a:lnTo>
                    <a:pt x="1732708" y="1691784"/>
                  </a:lnTo>
                  <a:lnTo>
                    <a:pt x="1055204" y="1555714"/>
                  </a:lnTo>
                  <a:lnTo>
                    <a:pt x="1007130" y="1544950"/>
                  </a:lnTo>
                  <a:lnTo>
                    <a:pt x="959627" y="1531503"/>
                  </a:lnTo>
                  <a:lnTo>
                    <a:pt x="914569" y="1515629"/>
                  </a:lnTo>
                  <a:lnTo>
                    <a:pt x="870883" y="1497073"/>
                  </a:lnTo>
                  <a:lnTo>
                    <a:pt x="828588" y="1475958"/>
                  </a:lnTo>
                  <a:lnTo>
                    <a:pt x="787707" y="1452406"/>
                  </a:lnTo>
                  <a:lnTo>
                    <a:pt x="748259" y="1426542"/>
                  </a:lnTo>
                  <a:lnTo>
                    <a:pt x="710267" y="1398488"/>
                  </a:lnTo>
                  <a:lnTo>
                    <a:pt x="673750" y="1368367"/>
                  </a:lnTo>
                  <a:lnTo>
                    <a:pt x="638731" y="1336301"/>
                  </a:lnTo>
                  <a:lnTo>
                    <a:pt x="605229" y="1302414"/>
                  </a:lnTo>
                  <a:lnTo>
                    <a:pt x="573266" y="1266828"/>
                  </a:lnTo>
                  <a:lnTo>
                    <a:pt x="542864" y="1229667"/>
                  </a:lnTo>
                  <a:lnTo>
                    <a:pt x="514042" y="1191053"/>
                  </a:lnTo>
                  <a:lnTo>
                    <a:pt x="486822" y="1151109"/>
                  </a:lnTo>
                  <a:lnTo>
                    <a:pt x="461225" y="1109959"/>
                  </a:lnTo>
                  <a:lnTo>
                    <a:pt x="437271" y="1067725"/>
                  </a:lnTo>
                  <a:lnTo>
                    <a:pt x="414983" y="1024530"/>
                  </a:lnTo>
                  <a:lnTo>
                    <a:pt x="394380" y="980497"/>
                  </a:lnTo>
                  <a:lnTo>
                    <a:pt x="375484" y="935749"/>
                  </a:lnTo>
                  <a:lnTo>
                    <a:pt x="358316" y="890409"/>
                  </a:lnTo>
                  <a:lnTo>
                    <a:pt x="342896" y="844599"/>
                  </a:lnTo>
                  <a:lnTo>
                    <a:pt x="329246" y="798443"/>
                  </a:lnTo>
                  <a:lnTo>
                    <a:pt x="316992" y="750888"/>
                  </a:lnTo>
                  <a:lnTo>
                    <a:pt x="306222" y="703027"/>
                  </a:lnTo>
                  <a:lnTo>
                    <a:pt x="296858" y="654896"/>
                  </a:lnTo>
                  <a:lnTo>
                    <a:pt x="288827" y="606530"/>
                  </a:lnTo>
                  <a:lnTo>
                    <a:pt x="282051" y="557963"/>
                  </a:lnTo>
                  <a:lnTo>
                    <a:pt x="276454" y="509233"/>
                  </a:lnTo>
                  <a:lnTo>
                    <a:pt x="271962" y="460373"/>
                  </a:lnTo>
                  <a:lnTo>
                    <a:pt x="268497" y="411420"/>
                  </a:lnTo>
                  <a:lnTo>
                    <a:pt x="265984" y="362409"/>
                  </a:lnTo>
                  <a:lnTo>
                    <a:pt x="264348" y="313375"/>
                  </a:lnTo>
                  <a:lnTo>
                    <a:pt x="263512" y="264353"/>
                  </a:lnTo>
                  <a:lnTo>
                    <a:pt x="263796" y="223173"/>
                  </a:lnTo>
                  <a:lnTo>
                    <a:pt x="263804" y="179351"/>
                  </a:lnTo>
                  <a:lnTo>
                    <a:pt x="261271" y="135370"/>
                  </a:lnTo>
                  <a:lnTo>
                    <a:pt x="253933" y="93713"/>
                  </a:lnTo>
                  <a:lnTo>
                    <a:pt x="239526" y="56865"/>
                  </a:lnTo>
                  <a:lnTo>
                    <a:pt x="215786" y="27307"/>
                  </a:lnTo>
                  <a:lnTo>
                    <a:pt x="180449" y="7524"/>
                  </a:lnTo>
                  <a:close/>
                </a:path>
                <a:path w="3025775" h="3394075">
                  <a:moveTo>
                    <a:pt x="1497734" y="1610449"/>
                  </a:moveTo>
                  <a:lnTo>
                    <a:pt x="1448607" y="1602239"/>
                  </a:lnTo>
                  <a:lnTo>
                    <a:pt x="1399492" y="1595842"/>
                  </a:lnTo>
                  <a:lnTo>
                    <a:pt x="1350163" y="1590561"/>
                  </a:lnTo>
                  <a:lnTo>
                    <a:pt x="1201877" y="1576662"/>
                  </a:lnTo>
                  <a:lnTo>
                    <a:pt x="1152676" y="1571096"/>
                  </a:lnTo>
                  <a:lnTo>
                    <a:pt x="1103752" y="1564271"/>
                  </a:lnTo>
                  <a:lnTo>
                    <a:pt x="1055204" y="1555714"/>
                  </a:lnTo>
                  <a:lnTo>
                    <a:pt x="1722503" y="1686562"/>
                  </a:lnTo>
                  <a:lnTo>
                    <a:pt x="1688822" y="1669328"/>
                  </a:lnTo>
                  <a:lnTo>
                    <a:pt x="1642875" y="1650212"/>
                  </a:lnTo>
                  <a:lnTo>
                    <a:pt x="1595809" y="1634337"/>
                  </a:lnTo>
                  <a:lnTo>
                    <a:pt x="1596191" y="1634412"/>
                  </a:lnTo>
                  <a:lnTo>
                    <a:pt x="1546825" y="1621018"/>
                  </a:lnTo>
                  <a:lnTo>
                    <a:pt x="1497734" y="1610449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977998" y="1276299"/>
            <a:ext cx="349250" cy="765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50" b="1" spc="-365" dirty="0">
                <a:solidFill>
                  <a:srgbClr val="331C2C"/>
                </a:solidFill>
                <a:latin typeface="Trebuchet MS"/>
                <a:cs typeface="Trebuchet MS"/>
              </a:rPr>
              <a:t>8</a:t>
            </a:r>
            <a:endParaRPr sz="485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636091" y="-1"/>
            <a:ext cx="3652520" cy="3553460"/>
          </a:xfrm>
          <a:custGeom>
            <a:avLst/>
            <a:gdLst/>
            <a:ahLst/>
            <a:cxnLst/>
            <a:rect l="l" t="t" r="r" b="b"/>
            <a:pathLst>
              <a:path w="3652519" h="3553460">
                <a:moveTo>
                  <a:pt x="3644823" y="3553300"/>
                </a:moveTo>
                <a:lnTo>
                  <a:pt x="3651903" y="3553230"/>
                </a:lnTo>
                <a:lnTo>
                  <a:pt x="3651907" y="0"/>
                </a:lnTo>
                <a:lnTo>
                  <a:pt x="0" y="0"/>
                </a:lnTo>
                <a:lnTo>
                  <a:pt x="6839" y="52723"/>
                </a:lnTo>
                <a:lnTo>
                  <a:pt x="14443" y="101394"/>
                </a:lnTo>
                <a:lnTo>
                  <a:pt x="23393" y="149749"/>
                </a:lnTo>
                <a:lnTo>
                  <a:pt x="33857" y="197731"/>
                </a:lnTo>
                <a:lnTo>
                  <a:pt x="45998" y="245287"/>
                </a:lnTo>
                <a:lnTo>
                  <a:pt x="59985" y="292359"/>
                </a:lnTo>
                <a:lnTo>
                  <a:pt x="75981" y="338892"/>
                </a:lnTo>
                <a:lnTo>
                  <a:pt x="94298" y="384880"/>
                </a:lnTo>
                <a:lnTo>
                  <a:pt x="115114" y="430039"/>
                </a:lnTo>
                <a:lnTo>
                  <a:pt x="138390" y="474093"/>
                </a:lnTo>
                <a:lnTo>
                  <a:pt x="164089" y="516766"/>
                </a:lnTo>
                <a:lnTo>
                  <a:pt x="192169" y="557781"/>
                </a:lnTo>
                <a:lnTo>
                  <a:pt x="222594" y="596863"/>
                </a:lnTo>
                <a:lnTo>
                  <a:pt x="255324" y="633734"/>
                </a:lnTo>
                <a:lnTo>
                  <a:pt x="290319" y="668118"/>
                </a:lnTo>
                <a:lnTo>
                  <a:pt x="327542" y="699740"/>
                </a:lnTo>
                <a:lnTo>
                  <a:pt x="366954" y="728322"/>
                </a:lnTo>
                <a:lnTo>
                  <a:pt x="408514" y="753588"/>
                </a:lnTo>
                <a:lnTo>
                  <a:pt x="452186" y="775263"/>
                </a:lnTo>
                <a:lnTo>
                  <a:pt x="497929" y="793069"/>
                </a:lnTo>
                <a:lnTo>
                  <a:pt x="547467" y="807442"/>
                </a:lnTo>
                <a:lnTo>
                  <a:pt x="597838" y="817997"/>
                </a:lnTo>
                <a:lnTo>
                  <a:pt x="648828" y="825773"/>
                </a:lnTo>
                <a:lnTo>
                  <a:pt x="700219" y="831811"/>
                </a:lnTo>
                <a:lnTo>
                  <a:pt x="803344" y="842824"/>
                </a:lnTo>
                <a:lnTo>
                  <a:pt x="854645" y="849877"/>
                </a:lnTo>
                <a:lnTo>
                  <a:pt x="905485" y="859348"/>
                </a:lnTo>
                <a:lnTo>
                  <a:pt x="953868" y="871659"/>
                </a:lnTo>
                <a:lnTo>
                  <a:pt x="1001217" y="887280"/>
                </a:lnTo>
                <a:lnTo>
                  <a:pt x="1047378" y="906069"/>
                </a:lnTo>
                <a:lnTo>
                  <a:pt x="1092196" y="927883"/>
                </a:lnTo>
                <a:lnTo>
                  <a:pt x="1135518" y="952582"/>
                </a:lnTo>
                <a:lnTo>
                  <a:pt x="1177189" y="980023"/>
                </a:lnTo>
                <a:lnTo>
                  <a:pt x="1217054" y="1010065"/>
                </a:lnTo>
                <a:lnTo>
                  <a:pt x="1254959" y="1042565"/>
                </a:lnTo>
                <a:lnTo>
                  <a:pt x="1290750" y="1077381"/>
                </a:lnTo>
                <a:lnTo>
                  <a:pt x="1324272" y="1114373"/>
                </a:lnTo>
                <a:lnTo>
                  <a:pt x="1355371" y="1153397"/>
                </a:lnTo>
                <a:lnTo>
                  <a:pt x="1383893" y="1194312"/>
                </a:lnTo>
                <a:lnTo>
                  <a:pt x="1409683" y="1236976"/>
                </a:lnTo>
                <a:lnTo>
                  <a:pt x="1432587" y="1281248"/>
                </a:lnTo>
                <a:lnTo>
                  <a:pt x="1452451" y="1326985"/>
                </a:lnTo>
                <a:lnTo>
                  <a:pt x="1469120" y="1374045"/>
                </a:lnTo>
                <a:lnTo>
                  <a:pt x="1482124" y="1419546"/>
                </a:lnTo>
                <a:lnTo>
                  <a:pt x="1493060" y="1466017"/>
                </a:lnTo>
                <a:lnTo>
                  <a:pt x="1502436" y="1513194"/>
                </a:lnTo>
                <a:lnTo>
                  <a:pt x="1510761" y="1560813"/>
                </a:lnTo>
                <a:lnTo>
                  <a:pt x="1526296" y="1656322"/>
                </a:lnTo>
                <a:lnTo>
                  <a:pt x="1534524" y="1703683"/>
                </a:lnTo>
                <a:lnTo>
                  <a:pt x="1543739" y="1750431"/>
                </a:lnTo>
                <a:lnTo>
                  <a:pt x="1554449" y="1796300"/>
                </a:lnTo>
                <a:lnTo>
                  <a:pt x="1567163" y="1841028"/>
                </a:lnTo>
                <a:lnTo>
                  <a:pt x="1582391" y="1884350"/>
                </a:lnTo>
                <a:lnTo>
                  <a:pt x="1600642" y="1926002"/>
                </a:lnTo>
                <a:lnTo>
                  <a:pt x="1622425" y="1965720"/>
                </a:lnTo>
                <a:lnTo>
                  <a:pt x="1648249" y="2003240"/>
                </a:lnTo>
                <a:lnTo>
                  <a:pt x="1678623" y="2038298"/>
                </a:lnTo>
                <a:lnTo>
                  <a:pt x="1714956" y="2071130"/>
                </a:lnTo>
                <a:lnTo>
                  <a:pt x="1754625" y="2099042"/>
                </a:lnTo>
                <a:lnTo>
                  <a:pt x="1797169" y="2122356"/>
                </a:lnTo>
                <a:lnTo>
                  <a:pt x="1842129" y="2141397"/>
                </a:lnTo>
                <a:lnTo>
                  <a:pt x="2532500" y="2166583"/>
                </a:lnTo>
                <a:lnTo>
                  <a:pt x="2581666" y="2169465"/>
                </a:lnTo>
                <a:lnTo>
                  <a:pt x="2630700" y="2175085"/>
                </a:lnTo>
                <a:lnTo>
                  <a:pt x="2677712" y="2183494"/>
                </a:lnTo>
                <a:lnTo>
                  <a:pt x="2723803" y="2194769"/>
                </a:lnTo>
                <a:lnTo>
                  <a:pt x="2768933" y="2208794"/>
                </a:lnTo>
                <a:lnTo>
                  <a:pt x="2813060" y="2225450"/>
                </a:lnTo>
                <a:lnTo>
                  <a:pt x="2856146" y="2244618"/>
                </a:lnTo>
                <a:lnTo>
                  <a:pt x="2898148" y="2266182"/>
                </a:lnTo>
                <a:lnTo>
                  <a:pt x="2939026" y="2290023"/>
                </a:lnTo>
                <a:lnTo>
                  <a:pt x="2978740" y="2316024"/>
                </a:lnTo>
                <a:lnTo>
                  <a:pt x="3017250" y="2344065"/>
                </a:lnTo>
                <a:lnTo>
                  <a:pt x="3054515" y="2374031"/>
                </a:lnTo>
                <a:lnTo>
                  <a:pt x="3090495" y="2405802"/>
                </a:lnTo>
                <a:lnTo>
                  <a:pt x="3125149" y="2439261"/>
                </a:lnTo>
                <a:lnTo>
                  <a:pt x="3158436" y="2474290"/>
                </a:lnTo>
                <a:lnTo>
                  <a:pt x="3190316" y="2510770"/>
                </a:lnTo>
                <a:lnTo>
                  <a:pt x="3220749" y="2548585"/>
                </a:lnTo>
                <a:lnTo>
                  <a:pt x="3249694" y="2587616"/>
                </a:lnTo>
                <a:lnTo>
                  <a:pt x="3277111" y="2627745"/>
                </a:lnTo>
                <a:lnTo>
                  <a:pt x="3302958" y="2668854"/>
                </a:lnTo>
                <a:lnTo>
                  <a:pt x="3327197" y="2710826"/>
                </a:lnTo>
                <a:lnTo>
                  <a:pt x="3349785" y="2753542"/>
                </a:lnTo>
                <a:lnTo>
                  <a:pt x="3370684" y="2796885"/>
                </a:lnTo>
                <a:lnTo>
                  <a:pt x="3390430" y="2841833"/>
                </a:lnTo>
                <a:lnTo>
                  <a:pt x="3408762" y="2887321"/>
                </a:lnTo>
                <a:lnTo>
                  <a:pt x="3425749" y="2933303"/>
                </a:lnTo>
                <a:lnTo>
                  <a:pt x="3441460" y="2979732"/>
                </a:lnTo>
                <a:lnTo>
                  <a:pt x="3455964" y="3026559"/>
                </a:lnTo>
                <a:lnTo>
                  <a:pt x="3469330" y="3073739"/>
                </a:lnTo>
                <a:lnTo>
                  <a:pt x="3481629" y="3121223"/>
                </a:lnTo>
                <a:lnTo>
                  <a:pt x="3492928" y="3168966"/>
                </a:lnTo>
                <a:lnTo>
                  <a:pt x="3503297" y="3216919"/>
                </a:lnTo>
                <a:lnTo>
                  <a:pt x="3512805" y="3265036"/>
                </a:lnTo>
                <a:lnTo>
                  <a:pt x="3521522" y="3313269"/>
                </a:lnTo>
                <a:lnTo>
                  <a:pt x="3527871" y="3353945"/>
                </a:lnTo>
                <a:lnTo>
                  <a:pt x="3534918" y="3397184"/>
                </a:lnTo>
                <a:lnTo>
                  <a:pt x="3544498" y="3440171"/>
                </a:lnTo>
                <a:lnTo>
                  <a:pt x="3558444" y="3480090"/>
                </a:lnTo>
                <a:lnTo>
                  <a:pt x="3578591" y="3514129"/>
                </a:lnTo>
                <a:lnTo>
                  <a:pt x="3606772" y="3539470"/>
                </a:lnTo>
                <a:lnTo>
                  <a:pt x="3644823" y="3553300"/>
                </a:lnTo>
                <a:close/>
              </a:path>
              <a:path w="3652519" h="3553460">
                <a:moveTo>
                  <a:pt x="2087062" y="2183820"/>
                </a:moveTo>
                <a:lnTo>
                  <a:pt x="2136855" y="2184012"/>
                </a:lnTo>
                <a:lnTo>
                  <a:pt x="2186345" y="2182416"/>
                </a:lnTo>
                <a:lnTo>
                  <a:pt x="2235866" y="2179686"/>
                </a:lnTo>
                <a:lnTo>
                  <a:pt x="2384411" y="2169527"/>
                </a:lnTo>
                <a:lnTo>
                  <a:pt x="2433852" y="2167098"/>
                </a:lnTo>
                <a:lnTo>
                  <a:pt x="2483222" y="2165956"/>
                </a:lnTo>
                <a:lnTo>
                  <a:pt x="2532500" y="2166583"/>
                </a:lnTo>
                <a:lnTo>
                  <a:pt x="1853039" y="2144906"/>
                </a:lnTo>
                <a:lnTo>
                  <a:pt x="1889045" y="2156488"/>
                </a:lnTo>
                <a:lnTo>
                  <a:pt x="1937456" y="2167953"/>
                </a:lnTo>
                <a:lnTo>
                  <a:pt x="1986450" y="2176039"/>
                </a:lnTo>
                <a:lnTo>
                  <a:pt x="1986061" y="2176027"/>
                </a:lnTo>
                <a:lnTo>
                  <a:pt x="2036925" y="2181295"/>
                </a:lnTo>
                <a:lnTo>
                  <a:pt x="2087062" y="2183820"/>
                </a:lnTo>
                <a:close/>
              </a:path>
            </a:pathLst>
          </a:custGeom>
          <a:solidFill>
            <a:srgbClr val="CEB3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257170" y="3086862"/>
            <a:ext cx="11835130" cy="5120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B71E42"/>
              </a:buClr>
              <a:buFont typeface="Arial MT"/>
              <a:buChar char="•"/>
              <a:tabLst>
                <a:tab pos="354965" algn="l"/>
              </a:tabLst>
            </a:pPr>
            <a:r>
              <a:rPr sz="2800" b="1" spc="185" dirty="0">
                <a:latin typeface="Trebuchet MS"/>
                <a:cs typeface="Trebuchet MS"/>
              </a:rPr>
              <a:t>What</a:t>
            </a:r>
            <a:r>
              <a:rPr sz="2800" b="1" spc="-90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is</a:t>
            </a:r>
            <a:r>
              <a:rPr sz="2800" b="1" spc="-80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a</a:t>
            </a:r>
            <a:r>
              <a:rPr sz="2800" b="1" spc="-100" dirty="0">
                <a:latin typeface="Trebuchet MS"/>
                <a:cs typeface="Trebuchet MS"/>
              </a:rPr>
              <a:t> </a:t>
            </a:r>
            <a:r>
              <a:rPr sz="2800" b="1" spc="55" dirty="0">
                <a:latin typeface="Trebuchet MS"/>
                <a:cs typeface="Trebuchet MS"/>
              </a:rPr>
              <a:t>Esp</a:t>
            </a:r>
            <a:r>
              <a:rPr sz="2800" b="1" spc="-85" dirty="0">
                <a:latin typeface="Trebuchet MS"/>
                <a:cs typeface="Trebuchet MS"/>
              </a:rPr>
              <a:t> </a:t>
            </a:r>
            <a:r>
              <a:rPr sz="2800" b="1" spc="-10" dirty="0">
                <a:latin typeface="Trebuchet MS"/>
                <a:cs typeface="Trebuchet MS"/>
              </a:rPr>
              <a:t>8226?</a:t>
            </a:r>
            <a:endParaRPr sz="28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20000"/>
              </a:lnSpc>
              <a:spcBef>
                <a:spcPts val="1500"/>
              </a:spcBef>
              <a:buClr>
                <a:srgbClr val="B71E42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ESP8266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is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295" dirty="0">
                <a:latin typeface="Trebuchet MS"/>
                <a:cs typeface="Trebuchet MS"/>
              </a:rPr>
              <a:t>a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low-</a:t>
            </a:r>
            <a:r>
              <a:rPr sz="2800" spc="-70" dirty="0">
                <a:latin typeface="Trebuchet MS"/>
                <a:cs typeface="Trebuchet MS"/>
              </a:rPr>
              <a:t>cost,Wi-</a:t>
            </a:r>
            <a:r>
              <a:rPr sz="2800" spc="-175" dirty="0">
                <a:latin typeface="Trebuchet MS"/>
                <a:cs typeface="Trebuchet MS"/>
              </a:rPr>
              <a:t>Fi-</a:t>
            </a:r>
            <a:r>
              <a:rPr sz="2800" spc="-204" dirty="0">
                <a:latin typeface="Trebuchet MS"/>
                <a:cs typeface="Trebuchet MS"/>
              </a:rPr>
              <a:t>enabled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microcontroller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widely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used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for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IoT </a:t>
            </a:r>
            <a:r>
              <a:rPr sz="2800" spc="-145" dirty="0">
                <a:latin typeface="Trebuchet MS"/>
                <a:cs typeface="Trebuchet MS"/>
              </a:rPr>
              <a:t>(Internet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of</a:t>
            </a:r>
            <a:r>
              <a:rPr sz="2800" spc="-395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Things)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190" dirty="0">
                <a:latin typeface="Trebuchet MS"/>
                <a:cs typeface="Trebuchet MS"/>
              </a:rPr>
              <a:t>projects,</a:t>
            </a:r>
            <a:r>
              <a:rPr sz="2800" spc="-32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home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spc="-185" dirty="0">
                <a:latin typeface="Trebuchet MS"/>
                <a:cs typeface="Trebuchet MS"/>
              </a:rPr>
              <a:t>automation,</a:t>
            </a:r>
            <a:r>
              <a:rPr sz="2800" spc="-315" dirty="0">
                <a:latin typeface="Trebuchet MS"/>
                <a:cs typeface="Trebuchet MS"/>
              </a:rPr>
              <a:t> </a:t>
            </a:r>
            <a:r>
              <a:rPr sz="2800" spc="-190" dirty="0">
                <a:latin typeface="Trebuchet MS"/>
                <a:cs typeface="Trebuchet MS"/>
              </a:rPr>
              <a:t>and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spc="120" dirty="0">
                <a:latin typeface="Trebuchet MS"/>
                <a:cs typeface="Trebuchet MS"/>
              </a:rPr>
              <a:t>DIY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electronics.</a:t>
            </a:r>
            <a:r>
              <a:rPr sz="2800" spc="-34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It's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popular </a:t>
            </a:r>
            <a:r>
              <a:rPr sz="2800" spc="-155" dirty="0">
                <a:latin typeface="Trebuchet MS"/>
                <a:cs typeface="Trebuchet MS"/>
              </a:rPr>
              <a:t>due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to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its:Key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Features1.Wi-</a:t>
            </a:r>
            <a:r>
              <a:rPr sz="2800" spc="-190" dirty="0">
                <a:latin typeface="Trebuchet MS"/>
                <a:cs typeface="Trebuchet MS"/>
              </a:rPr>
              <a:t>Fi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connectivity:</a:t>
            </a:r>
            <a:r>
              <a:rPr sz="2800" spc="-64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Allows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devices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to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connect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to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the </a:t>
            </a:r>
            <a:r>
              <a:rPr sz="2800" spc="-155" dirty="0">
                <a:latin typeface="Trebuchet MS"/>
                <a:cs typeface="Trebuchet MS"/>
              </a:rPr>
              <a:t>internet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200" dirty="0">
                <a:latin typeface="Trebuchet MS"/>
                <a:cs typeface="Trebuchet MS"/>
              </a:rPr>
              <a:t>and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communicate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with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other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220" dirty="0">
                <a:latin typeface="Trebuchet MS"/>
                <a:cs typeface="Trebuchet MS"/>
              </a:rPr>
              <a:t>devices.2.</a:t>
            </a:r>
            <a:r>
              <a:rPr sz="2800" spc="-36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Microcontroller:</a:t>
            </a:r>
            <a:r>
              <a:rPr sz="2800" spc="-3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Can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run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small </a:t>
            </a:r>
            <a:r>
              <a:rPr sz="2800" spc="-110" dirty="0">
                <a:latin typeface="Trebuchet MS"/>
                <a:cs typeface="Trebuchet MS"/>
              </a:rPr>
              <a:t>programs</a:t>
            </a:r>
            <a:r>
              <a:rPr sz="2800" spc="-5" dirty="0">
                <a:latin typeface="Trebuchet MS"/>
                <a:cs typeface="Trebuchet MS"/>
              </a:rPr>
              <a:t> </a:t>
            </a:r>
            <a:r>
              <a:rPr sz="2800" spc="-190" dirty="0">
                <a:latin typeface="Trebuchet MS"/>
                <a:cs typeface="Trebuchet MS"/>
              </a:rPr>
              <a:t>and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interact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with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sensors,</a:t>
            </a:r>
            <a:r>
              <a:rPr sz="2800" spc="-355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actuators,</a:t>
            </a:r>
            <a:r>
              <a:rPr sz="2800" spc="-310" dirty="0">
                <a:latin typeface="Trebuchet MS"/>
                <a:cs typeface="Trebuchet MS"/>
              </a:rPr>
              <a:t> </a:t>
            </a:r>
            <a:r>
              <a:rPr sz="2800" spc="-190" dirty="0">
                <a:latin typeface="Trebuchet MS"/>
                <a:cs typeface="Trebuchet MS"/>
              </a:rPr>
              <a:t>and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other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components.</a:t>
            </a:r>
            <a:endParaRPr sz="2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2170"/>
              </a:spcBef>
              <a:buClr>
                <a:srgbClr val="B71E42"/>
              </a:buClr>
              <a:buFont typeface="Arial MT"/>
              <a:buChar char="•"/>
              <a:tabLst>
                <a:tab pos="354965" algn="l"/>
              </a:tabLst>
            </a:pPr>
            <a:r>
              <a:rPr sz="2800" b="1" spc="110" dirty="0">
                <a:latin typeface="Trebuchet MS"/>
                <a:cs typeface="Trebuchet MS"/>
              </a:rPr>
              <a:t>How</a:t>
            </a:r>
            <a:r>
              <a:rPr sz="2800" b="1" spc="-85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does</a:t>
            </a:r>
            <a:r>
              <a:rPr sz="2800" b="1" spc="-75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a</a:t>
            </a:r>
            <a:r>
              <a:rPr sz="2800" b="1" spc="-105" dirty="0">
                <a:latin typeface="Trebuchet MS"/>
                <a:cs typeface="Trebuchet MS"/>
              </a:rPr>
              <a:t> </a:t>
            </a:r>
            <a:r>
              <a:rPr sz="2800" b="1" spc="-25" dirty="0">
                <a:latin typeface="Trebuchet MS"/>
                <a:cs typeface="Trebuchet MS"/>
              </a:rPr>
              <a:t>Esp8226</a:t>
            </a:r>
            <a:r>
              <a:rPr sz="2800" b="1" spc="-70" dirty="0">
                <a:latin typeface="Trebuchet MS"/>
                <a:cs typeface="Trebuchet MS"/>
              </a:rPr>
              <a:t> </a:t>
            </a:r>
            <a:r>
              <a:rPr sz="2800" b="1" spc="-10" dirty="0">
                <a:latin typeface="Trebuchet MS"/>
                <a:cs typeface="Trebuchet MS"/>
              </a:rPr>
              <a:t>work?</a:t>
            </a:r>
            <a:endParaRPr sz="2800">
              <a:latin typeface="Trebuchet MS"/>
              <a:cs typeface="Trebuchet MS"/>
            </a:endParaRPr>
          </a:p>
          <a:p>
            <a:pPr marL="355600" marR="422909" indent="-342900">
              <a:lnSpc>
                <a:spcPct val="120100"/>
              </a:lnSpc>
              <a:spcBef>
                <a:spcPts val="1500"/>
              </a:spcBef>
              <a:buClr>
                <a:srgbClr val="B71E42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spc="-114" dirty="0">
                <a:latin typeface="Trebuchet MS"/>
                <a:cs typeface="Trebuchet MS"/>
              </a:rPr>
              <a:t>Key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Components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195" dirty="0">
                <a:latin typeface="Trebuchet MS"/>
                <a:cs typeface="Trebuchet MS"/>
              </a:rPr>
              <a:t>are</a:t>
            </a:r>
            <a:r>
              <a:rPr sz="2800" spc="-390" dirty="0">
                <a:latin typeface="Trebuchet MS"/>
                <a:cs typeface="Trebuchet MS"/>
              </a:rPr>
              <a:t> </a:t>
            </a:r>
            <a:r>
              <a:rPr sz="2800" spc="65" dirty="0">
                <a:latin typeface="Trebuchet MS"/>
                <a:cs typeface="Trebuchet MS"/>
              </a:rPr>
              <a:t>Wi-</a:t>
            </a:r>
            <a:r>
              <a:rPr sz="2800" spc="-190" dirty="0">
                <a:latin typeface="Trebuchet MS"/>
                <a:cs typeface="Trebuchet MS"/>
              </a:rPr>
              <a:t>Fi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Module:The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ESP8266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has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295" dirty="0">
                <a:latin typeface="Trebuchet MS"/>
                <a:cs typeface="Trebuchet MS"/>
              </a:rPr>
              <a:t>a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built-in</a:t>
            </a:r>
            <a:r>
              <a:rPr sz="2800" spc="-409" dirty="0">
                <a:latin typeface="Trebuchet MS"/>
                <a:cs typeface="Trebuchet MS"/>
              </a:rPr>
              <a:t> </a:t>
            </a:r>
            <a:r>
              <a:rPr sz="2800" spc="60" dirty="0">
                <a:latin typeface="Trebuchet MS"/>
                <a:cs typeface="Trebuchet MS"/>
              </a:rPr>
              <a:t>Wi-</a:t>
            </a:r>
            <a:r>
              <a:rPr sz="2800" spc="-190" dirty="0">
                <a:latin typeface="Trebuchet MS"/>
                <a:cs typeface="Trebuchet MS"/>
              </a:rPr>
              <a:t>Fi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module </a:t>
            </a:r>
            <a:r>
              <a:rPr sz="2800" spc="-200" dirty="0">
                <a:latin typeface="Trebuchet MS"/>
                <a:cs typeface="Trebuchet MS"/>
              </a:rPr>
              <a:t>that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allows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200" dirty="0">
                <a:latin typeface="Trebuchet MS"/>
                <a:cs typeface="Trebuchet MS"/>
              </a:rPr>
              <a:t>it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to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connect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to</a:t>
            </a:r>
            <a:r>
              <a:rPr sz="2800" spc="-409" dirty="0">
                <a:latin typeface="Trebuchet MS"/>
                <a:cs typeface="Trebuchet MS"/>
              </a:rPr>
              <a:t> </a:t>
            </a:r>
            <a:r>
              <a:rPr sz="2800" spc="65" dirty="0">
                <a:latin typeface="Trebuchet MS"/>
                <a:cs typeface="Trebuchet MS"/>
              </a:rPr>
              <a:t>Wi-</a:t>
            </a:r>
            <a:r>
              <a:rPr sz="2800" spc="-190" dirty="0">
                <a:latin typeface="Trebuchet MS"/>
                <a:cs typeface="Trebuchet MS"/>
              </a:rPr>
              <a:t>Fi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networks.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73200" y="4037710"/>
            <a:ext cx="3627119" cy="47147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64969" y="562863"/>
            <a:ext cx="14443075" cy="2223770"/>
            <a:chOff x="2164969" y="562863"/>
            <a:chExt cx="14443075" cy="2223770"/>
          </a:xfrm>
        </p:grpSpPr>
        <p:sp>
          <p:nvSpPr>
            <p:cNvPr id="3" name="object 3"/>
            <p:cNvSpPr/>
            <p:nvPr/>
          </p:nvSpPr>
          <p:spPr>
            <a:xfrm>
              <a:off x="2180844" y="2770631"/>
              <a:ext cx="14411325" cy="0"/>
            </a:xfrm>
            <a:custGeom>
              <a:avLst/>
              <a:gdLst/>
              <a:ahLst/>
              <a:cxnLst/>
              <a:rect l="l" t="t" r="r" b="b"/>
              <a:pathLst>
                <a:path w="14411325">
                  <a:moveTo>
                    <a:pt x="0" y="0"/>
                  </a:moveTo>
                  <a:lnTo>
                    <a:pt x="14411325" y="0"/>
                  </a:lnTo>
                </a:path>
              </a:pathLst>
            </a:custGeom>
            <a:ln w="31750">
              <a:solidFill>
                <a:srgbClr val="B71E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60525" y="562863"/>
              <a:ext cx="1159510" cy="1159510"/>
            </a:xfrm>
            <a:custGeom>
              <a:avLst/>
              <a:gdLst/>
              <a:ahLst/>
              <a:cxnLst/>
              <a:rect l="l" t="t" r="r" b="b"/>
              <a:pathLst>
                <a:path w="1159509" h="1159510">
                  <a:moveTo>
                    <a:pt x="579500" y="0"/>
                  </a:moveTo>
                  <a:lnTo>
                    <a:pt x="531974" y="1921"/>
                  </a:lnTo>
                  <a:lnTo>
                    <a:pt x="485505" y="7585"/>
                  </a:lnTo>
                  <a:lnTo>
                    <a:pt x="440243" y="16842"/>
                  </a:lnTo>
                  <a:lnTo>
                    <a:pt x="396337" y="29545"/>
                  </a:lnTo>
                  <a:lnTo>
                    <a:pt x="353937" y="45543"/>
                  </a:lnTo>
                  <a:lnTo>
                    <a:pt x="313191" y="64688"/>
                  </a:lnTo>
                  <a:lnTo>
                    <a:pt x="274248" y="86830"/>
                  </a:lnTo>
                  <a:lnTo>
                    <a:pt x="237259" y="111820"/>
                  </a:lnTo>
                  <a:lnTo>
                    <a:pt x="202371" y="139511"/>
                  </a:lnTo>
                  <a:lnTo>
                    <a:pt x="169735" y="169751"/>
                  </a:lnTo>
                  <a:lnTo>
                    <a:pt x="139499" y="202392"/>
                  </a:lnTo>
                  <a:lnTo>
                    <a:pt x="111812" y="237286"/>
                  </a:lnTo>
                  <a:lnTo>
                    <a:pt x="86824" y="274283"/>
                  </a:lnTo>
                  <a:lnTo>
                    <a:pt x="64684" y="313234"/>
                  </a:lnTo>
                  <a:lnTo>
                    <a:pt x="45541" y="353990"/>
                  </a:lnTo>
                  <a:lnTo>
                    <a:pt x="29544" y="396402"/>
                  </a:lnTo>
                  <a:lnTo>
                    <a:pt x="16842" y="440321"/>
                  </a:lnTo>
                  <a:lnTo>
                    <a:pt x="7584" y="485597"/>
                  </a:lnTo>
                  <a:lnTo>
                    <a:pt x="1921" y="532083"/>
                  </a:lnTo>
                  <a:lnTo>
                    <a:pt x="0" y="579627"/>
                  </a:lnTo>
                  <a:lnTo>
                    <a:pt x="1921" y="627154"/>
                  </a:lnTo>
                  <a:lnTo>
                    <a:pt x="7584" y="673623"/>
                  </a:lnTo>
                  <a:lnTo>
                    <a:pt x="16842" y="718885"/>
                  </a:lnTo>
                  <a:lnTo>
                    <a:pt x="29544" y="762791"/>
                  </a:lnTo>
                  <a:lnTo>
                    <a:pt x="45541" y="805191"/>
                  </a:lnTo>
                  <a:lnTo>
                    <a:pt x="64684" y="845937"/>
                  </a:lnTo>
                  <a:lnTo>
                    <a:pt x="86824" y="884880"/>
                  </a:lnTo>
                  <a:lnTo>
                    <a:pt x="111812" y="921869"/>
                  </a:lnTo>
                  <a:lnTo>
                    <a:pt x="139499" y="956757"/>
                  </a:lnTo>
                  <a:lnTo>
                    <a:pt x="169735" y="989393"/>
                  </a:lnTo>
                  <a:lnTo>
                    <a:pt x="202371" y="1019629"/>
                  </a:lnTo>
                  <a:lnTo>
                    <a:pt x="237259" y="1047316"/>
                  </a:lnTo>
                  <a:lnTo>
                    <a:pt x="274248" y="1072304"/>
                  </a:lnTo>
                  <a:lnTo>
                    <a:pt x="313191" y="1094444"/>
                  </a:lnTo>
                  <a:lnTo>
                    <a:pt x="353937" y="1113587"/>
                  </a:lnTo>
                  <a:lnTo>
                    <a:pt x="396337" y="1129584"/>
                  </a:lnTo>
                  <a:lnTo>
                    <a:pt x="440243" y="1142286"/>
                  </a:lnTo>
                  <a:lnTo>
                    <a:pt x="485505" y="1151544"/>
                  </a:lnTo>
                  <a:lnTo>
                    <a:pt x="531974" y="1157207"/>
                  </a:lnTo>
                  <a:lnTo>
                    <a:pt x="579500" y="1159128"/>
                  </a:lnTo>
                  <a:lnTo>
                    <a:pt x="627027" y="1157207"/>
                  </a:lnTo>
                  <a:lnTo>
                    <a:pt x="673496" y="1151544"/>
                  </a:lnTo>
                  <a:lnTo>
                    <a:pt x="718758" y="1142286"/>
                  </a:lnTo>
                  <a:lnTo>
                    <a:pt x="762664" y="1129584"/>
                  </a:lnTo>
                  <a:lnTo>
                    <a:pt x="805064" y="1113587"/>
                  </a:lnTo>
                  <a:lnTo>
                    <a:pt x="845810" y="1094444"/>
                  </a:lnTo>
                  <a:lnTo>
                    <a:pt x="884753" y="1072304"/>
                  </a:lnTo>
                  <a:lnTo>
                    <a:pt x="921742" y="1047316"/>
                  </a:lnTo>
                  <a:lnTo>
                    <a:pt x="956630" y="1019629"/>
                  </a:lnTo>
                  <a:lnTo>
                    <a:pt x="989266" y="989393"/>
                  </a:lnTo>
                  <a:lnTo>
                    <a:pt x="1019502" y="956757"/>
                  </a:lnTo>
                  <a:lnTo>
                    <a:pt x="1047189" y="921869"/>
                  </a:lnTo>
                  <a:lnTo>
                    <a:pt x="1072177" y="884880"/>
                  </a:lnTo>
                  <a:lnTo>
                    <a:pt x="1094317" y="845937"/>
                  </a:lnTo>
                  <a:lnTo>
                    <a:pt x="1113460" y="805191"/>
                  </a:lnTo>
                  <a:lnTo>
                    <a:pt x="1129457" y="762791"/>
                  </a:lnTo>
                  <a:lnTo>
                    <a:pt x="1142159" y="718885"/>
                  </a:lnTo>
                  <a:lnTo>
                    <a:pt x="1151417" y="673623"/>
                  </a:lnTo>
                  <a:lnTo>
                    <a:pt x="1157080" y="627154"/>
                  </a:lnTo>
                  <a:lnTo>
                    <a:pt x="1159002" y="579627"/>
                  </a:lnTo>
                  <a:lnTo>
                    <a:pt x="1157080" y="532083"/>
                  </a:lnTo>
                  <a:lnTo>
                    <a:pt x="1151417" y="485597"/>
                  </a:lnTo>
                  <a:lnTo>
                    <a:pt x="1142159" y="440321"/>
                  </a:lnTo>
                  <a:lnTo>
                    <a:pt x="1129457" y="396402"/>
                  </a:lnTo>
                  <a:lnTo>
                    <a:pt x="1113460" y="353990"/>
                  </a:lnTo>
                  <a:lnTo>
                    <a:pt x="1094317" y="313234"/>
                  </a:lnTo>
                  <a:lnTo>
                    <a:pt x="1072177" y="274283"/>
                  </a:lnTo>
                  <a:lnTo>
                    <a:pt x="1047189" y="237286"/>
                  </a:lnTo>
                  <a:lnTo>
                    <a:pt x="1019502" y="202392"/>
                  </a:lnTo>
                  <a:lnTo>
                    <a:pt x="989266" y="169751"/>
                  </a:lnTo>
                  <a:lnTo>
                    <a:pt x="956630" y="139511"/>
                  </a:lnTo>
                  <a:lnTo>
                    <a:pt x="921742" y="111820"/>
                  </a:lnTo>
                  <a:lnTo>
                    <a:pt x="884753" y="86830"/>
                  </a:lnTo>
                  <a:lnTo>
                    <a:pt x="845810" y="64688"/>
                  </a:lnTo>
                  <a:lnTo>
                    <a:pt x="805064" y="45543"/>
                  </a:lnTo>
                  <a:lnTo>
                    <a:pt x="762664" y="29545"/>
                  </a:lnTo>
                  <a:lnTo>
                    <a:pt x="718758" y="16842"/>
                  </a:lnTo>
                  <a:lnTo>
                    <a:pt x="673496" y="7585"/>
                  </a:lnTo>
                  <a:lnTo>
                    <a:pt x="627027" y="1921"/>
                  </a:lnTo>
                  <a:lnTo>
                    <a:pt x="579500" y="0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40" rIns="0" bIns="0" rtlCol="0">
            <a:spAutoFit/>
          </a:bodyPr>
          <a:lstStyle/>
          <a:p>
            <a:pPr marL="2197735">
              <a:lnSpc>
                <a:spcPct val="100000"/>
              </a:lnSpc>
              <a:spcBef>
                <a:spcPts val="95"/>
              </a:spcBef>
            </a:pPr>
            <a:r>
              <a:rPr spc="-365" dirty="0"/>
              <a:t>OBJECTIVES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3025775" cy="10287000"/>
            <a:chOff x="0" y="0"/>
            <a:chExt cx="3025775" cy="10287000"/>
          </a:xfrm>
        </p:grpSpPr>
        <p:sp>
          <p:nvSpPr>
            <p:cNvPr id="7" name="object 7"/>
            <p:cNvSpPr/>
            <p:nvPr/>
          </p:nvSpPr>
          <p:spPr>
            <a:xfrm>
              <a:off x="627367" y="0"/>
              <a:ext cx="937260" cy="10287000"/>
            </a:xfrm>
            <a:custGeom>
              <a:avLst/>
              <a:gdLst/>
              <a:ahLst/>
              <a:cxnLst/>
              <a:rect l="l" t="t" r="r" b="b"/>
              <a:pathLst>
                <a:path w="937260" h="10287000">
                  <a:moveTo>
                    <a:pt x="937056" y="0"/>
                  </a:moveTo>
                  <a:lnTo>
                    <a:pt x="0" y="0"/>
                  </a:lnTo>
                  <a:lnTo>
                    <a:pt x="0" y="10287000"/>
                  </a:lnTo>
                  <a:lnTo>
                    <a:pt x="937056" y="10287000"/>
                  </a:lnTo>
                  <a:lnTo>
                    <a:pt x="937056" y="0"/>
                  </a:lnTo>
                  <a:close/>
                </a:path>
              </a:pathLst>
            </a:custGeom>
            <a:solidFill>
              <a:srgbClr val="ECDF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15999"/>
              <a:ext cx="1144270" cy="1892935"/>
            </a:xfrm>
            <a:custGeom>
              <a:avLst/>
              <a:gdLst/>
              <a:ahLst/>
              <a:cxnLst/>
              <a:rect l="l" t="t" r="r" b="b"/>
              <a:pathLst>
                <a:path w="1144270" h="1892935">
                  <a:moveTo>
                    <a:pt x="0" y="0"/>
                  </a:moveTo>
                  <a:lnTo>
                    <a:pt x="0" y="1658009"/>
                  </a:lnTo>
                  <a:lnTo>
                    <a:pt x="61612" y="1731358"/>
                  </a:lnTo>
                  <a:lnTo>
                    <a:pt x="131601" y="1796917"/>
                  </a:lnTo>
                  <a:lnTo>
                    <a:pt x="169970" y="1824817"/>
                  </a:lnTo>
                  <a:lnTo>
                    <a:pt x="210847" y="1848588"/>
                  </a:lnTo>
                  <a:lnTo>
                    <a:pt x="254428" y="1867574"/>
                  </a:lnTo>
                  <a:lnTo>
                    <a:pt x="301991" y="1881468"/>
                  </a:lnTo>
                  <a:lnTo>
                    <a:pt x="350535" y="1889618"/>
                  </a:lnTo>
                  <a:lnTo>
                    <a:pt x="399818" y="1892835"/>
                  </a:lnTo>
                  <a:lnTo>
                    <a:pt x="499635" y="1887710"/>
                  </a:lnTo>
                  <a:lnTo>
                    <a:pt x="697135" y="1853659"/>
                  </a:lnTo>
                  <a:lnTo>
                    <a:pt x="841835" y="1816157"/>
                  </a:lnTo>
                  <a:lnTo>
                    <a:pt x="932213" y="1778964"/>
                  </a:lnTo>
                  <a:lnTo>
                    <a:pt x="973774" y="1755212"/>
                  </a:lnTo>
                  <a:lnTo>
                    <a:pt x="1012115" y="1727355"/>
                  </a:lnTo>
                  <a:lnTo>
                    <a:pt x="1046636" y="1694895"/>
                  </a:lnTo>
                  <a:lnTo>
                    <a:pt x="1076737" y="1657332"/>
                  </a:lnTo>
                  <a:lnTo>
                    <a:pt x="1101510" y="1614832"/>
                  </a:lnTo>
                  <a:lnTo>
                    <a:pt x="1119869" y="1569653"/>
                  </a:lnTo>
                  <a:lnTo>
                    <a:pt x="1132556" y="1522332"/>
                  </a:lnTo>
                  <a:lnTo>
                    <a:pt x="1140313" y="1473407"/>
                  </a:lnTo>
                  <a:lnTo>
                    <a:pt x="1143881" y="1423417"/>
                  </a:lnTo>
                  <a:lnTo>
                    <a:pt x="1141418" y="1322392"/>
                  </a:lnTo>
                  <a:lnTo>
                    <a:pt x="1124436" y="1173604"/>
                  </a:lnTo>
                  <a:lnTo>
                    <a:pt x="1088144" y="977766"/>
                  </a:lnTo>
                  <a:lnTo>
                    <a:pt x="1036853" y="785295"/>
                  </a:lnTo>
                  <a:lnTo>
                    <a:pt x="968834" y="595314"/>
                  </a:lnTo>
                  <a:lnTo>
                    <a:pt x="922140" y="504796"/>
                  </a:lnTo>
                  <a:lnTo>
                    <a:pt x="893754" y="463171"/>
                  </a:lnTo>
                  <a:lnTo>
                    <a:pt x="861293" y="424940"/>
                  </a:lnTo>
                  <a:lnTo>
                    <a:pt x="824220" y="390829"/>
                  </a:lnTo>
                  <a:lnTo>
                    <a:pt x="784868" y="362957"/>
                  </a:lnTo>
                  <a:lnTo>
                    <a:pt x="743065" y="340127"/>
                  </a:lnTo>
                  <a:lnTo>
                    <a:pt x="699181" y="321536"/>
                  </a:lnTo>
                  <a:lnTo>
                    <a:pt x="606652" y="293858"/>
                  </a:lnTo>
                  <a:lnTo>
                    <a:pt x="364827" y="242598"/>
                  </a:lnTo>
                  <a:lnTo>
                    <a:pt x="271669" y="212391"/>
                  </a:lnTo>
                  <a:lnTo>
                    <a:pt x="227542" y="192260"/>
                  </a:lnTo>
                  <a:lnTo>
                    <a:pt x="185567" y="168767"/>
                  </a:lnTo>
                  <a:lnTo>
                    <a:pt x="107947" y="112621"/>
                  </a:lnTo>
                  <a:lnTo>
                    <a:pt x="38563" y="45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205" y="0"/>
              <a:ext cx="1123315" cy="517525"/>
            </a:xfrm>
            <a:custGeom>
              <a:avLst/>
              <a:gdLst/>
              <a:ahLst/>
              <a:cxnLst/>
              <a:rect l="l" t="t" r="r" b="b"/>
              <a:pathLst>
                <a:path w="1123315" h="517525">
                  <a:moveTo>
                    <a:pt x="1059869" y="0"/>
                  </a:moveTo>
                  <a:lnTo>
                    <a:pt x="0" y="0"/>
                  </a:lnTo>
                  <a:lnTo>
                    <a:pt x="27343" y="45451"/>
                  </a:lnTo>
                  <a:lnTo>
                    <a:pt x="81706" y="122376"/>
                  </a:lnTo>
                  <a:lnTo>
                    <a:pt x="142780" y="194155"/>
                  </a:lnTo>
                  <a:lnTo>
                    <a:pt x="209975" y="260238"/>
                  </a:lnTo>
                  <a:lnTo>
                    <a:pt x="282704" y="320072"/>
                  </a:lnTo>
                  <a:lnTo>
                    <a:pt x="360377" y="373106"/>
                  </a:lnTo>
                  <a:lnTo>
                    <a:pt x="442407" y="418787"/>
                  </a:lnTo>
                  <a:lnTo>
                    <a:pt x="528205" y="456564"/>
                  </a:lnTo>
                  <a:lnTo>
                    <a:pt x="572333" y="472317"/>
                  </a:lnTo>
                  <a:lnTo>
                    <a:pt x="617182" y="485886"/>
                  </a:lnTo>
                  <a:lnTo>
                    <a:pt x="662679" y="497203"/>
                  </a:lnTo>
                  <a:lnTo>
                    <a:pt x="708751" y="506200"/>
                  </a:lnTo>
                  <a:lnTo>
                    <a:pt x="755323" y="512806"/>
                  </a:lnTo>
                  <a:lnTo>
                    <a:pt x="809989" y="517007"/>
                  </a:lnTo>
                  <a:lnTo>
                    <a:pt x="864958" y="516057"/>
                  </a:lnTo>
                  <a:lnTo>
                    <a:pt x="918666" y="508260"/>
                  </a:lnTo>
                  <a:lnTo>
                    <a:pt x="969548" y="491921"/>
                  </a:lnTo>
                  <a:lnTo>
                    <a:pt x="1016039" y="465345"/>
                  </a:lnTo>
                  <a:lnTo>
                    <a:pt x="1049985" y="434719"/>
                  </a:lnTo>
                  <a:lnTo>
                    <a:pt x="1077278" y="398237"/>
                  </a:lnTo>
                  <a:lnTo>
                    <a:pt x="1098065" y="357243"/>
                  </a:lnTo>
                  <a:lnTo>
                    <a:pt x="1112492" y="313076"/>
                  </a:lnTo>
                  <a:lnTo>
                    <a:pt x="1120705" y="267080"/>
                  </a:lnTo>
                  <a:lnTo>
                    <a:pt x="1122849" y="220597"/>
                  </a:lnTo>
                  <a:lnTo>
                    <a:pt x="1118741" y="170556"/>
                  </a:lnTo>
                  <a:lnTo>
                    <a:pt x="1108932" y="121459"/>
                  </a:lnTo>
                  <a:lnTo>
                    <a:pt x="1093952" y="73579"/>
                  </a:lnTo>
                  <a:lnTo>
                    <a:pt x="1074330" y="27190"/>
                  </a:lnTo>
                  <a:lnTo>
                    <a:pt x="1059869" y="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6893224"/>
              <a:ext cx="3025775" cy="3394075"/>
            </a:xfrm>
            <a:custGeom>
              <a:avLst/>
              <a:gdLst/>
              <a:ahLst/>
              <a:cxnLst/>
              <a:rect l="l" t="t" r="r" b="b"/>
              <a:pathLst>
                <a:path w="3025775" h="3394075">
                  <a:moveTo>
                    <a:pt x="180449" y="7524"/>
                  </a:moveTo>
                  <a:lnTo>
                    <a:pt x="131250" y="0"/>
                  </a:lnTo>
                  <a:lnTo>
                    <a:pt x="89100" y="7252"/>
                  </a:lnTo>
                  <a:lnTo>
                    <a:pt x="52706" y="28239"/>
                  </a:lnTo>
                  <a:lnTo>
                    <a:pt x="21421" y="60098"/>
                  </a:lnTo>
                  <a:lnTo>
                    <a:pt x="5" y="91929"/>
                  </a:lnTo>
                  <a:lnTo>
                    <a:pt x="0" y="3393773"/>
                  </a:lnTo>
                  <a:lnTo>
                    <a:pt x="3025318" y="3393779"/>
                  </a:lnTo>
                  <a:lnTo>
                    <a:pt x="2995744" y="3359010"/>
                  </a:lnTo>
                  <a:lnTo>
                    <a:pt x="2961439" y="3324444"/>
                  </a:lnTo>
                  <a:lnTo>
                    <a:pt x="2924479" y="3292806"/>
                  </a:lnTo>
                  <a:lnTo>
                    <a:pt x="2884856" y="3264373"/>
                  </a:lnTo>
                  <a:lnTo>
                    <a:pt x="2842565" y="3239426"/>
                  </a:lnTo>
                  <a:lnTo>
                    <a:pt x="2795974" y="3217257"/>
                  </a:lnTo>
                  <a:lnTo>
                    <a:pt x="2747946" y="3198723"/>
                  </a:lnTo>
                  <a:lnTo>
                    <a:pt x="2698860" y="3182832"/>
                  </a:lnTo>
                  <a:lnTo>
                    <a:pt x="2649097" y="3168594"/>
                  </a:lnTo>
                  <a:lnTo>
                    <a:pt x="2549062" y="3141110"/>
                  </a:lnTo>
                  <a:lnTo>
                    <a:pt x="2499552" y="3125883"/>
                  </a:lnTo>
                  <a:lnTo>
                    <a:pt x="2450886" y="3108344"/>
                  </a:lnTo>
                  <a:lnTo>
                    <a:pt x="2405104" y="3088397"/>
                  </a:lnTo>
                  <a:lnTo>
                    <a:pt x="2360875" y="3065348"/>
                  </a:lnTo>
                  <a:lnTo>
                    <a:pt x="2318330" y="3039363"/>
                  </a:lnTo>
                  <a:lnTo>
                    <a:pt x="2277597" y="3010608"/>
                  </a:lnTo>
                  <a:lnTo>
                    <a:pt x="2238807" y="2979246"/>
                  </a:lnTo>
                  <a:lnTo>
                    <a:pt x="2202088" y="2945443"/>
                  </a:lnTo>
                  <a:lnTo>
                    <a:pt x="2167571" y="2909363"/>
                  </a:lnTo>
                  <a:lnTo>
                    <a:pt x="2135385" y="2871172"/>
                  </a:lnTo>
                  <a:lnTo>
                    <a:pt x="2105659" y="2831035"/>
                  </a:lnTo>
                  <a:lnTo>
                    <a:pt x="2078523" y="2789116"/>
                  </a:lnTo>
                  <a:lnTo>
                    <a:pt x="2054107" y="2745581"/>
                  </a:lnTo>
                  <a:lnTo>
                    <a:pt x="2032540" y="2700593"/>
                  </a:lnTo>
                  <a:lnTo>
                    <a:pt x="2013951" y="2654319"/>
                  </a:lnTo>
                  <a:lnTo>
                    <a:pt x="1998470" y="2606923"/>
                  </a:lnTo>
                  <a:lnTo>
                    <a:pt x="1986227" y="2558570"/>
                  </a:lnTo>
                  <a:lnTo>
                    <a:pt x="1977352" y="2509426"/>
                  </a:lnTo>
                  <a:lnTo>
                    <a:pt x="1971843" y="2462411"/>
                  </a:lnTo>
                  <a:lnTo>
                    <a:pt x="1968532" y="2414772"/>
                  </a:lnTo>
                  <a:lnTo>
                    <a:pt x="1966875" y="2366687"/>
                  </a:lnTo>
                  <a:lnTo>
                    <a:pt x="1966327" y="2318334"/>
                  </a:lnTo>
                  <a:lnTo>
                    <a:pt x="1966374" y="2221542"/>
                  </a:lnTo>
                  <a:lnTo>
                    <a:pt x="1965880" y="2173460"/>
                  </a:lnTo>
                  <a:lnTo>
                    <a:pt x="1964313" y="2125825"/>
                  </a:lnTo>
                  <a:lnTo>
                    <a:pt x="1961128" y="2078816"/>
                  </a:lnTo>
                  <a:lnTo>
                    <a:pt x="1955781" y="2032611"/>
                  </a:lnTo>
                  <a:lnTo>
                    <a:pt x="1947726" y="1987389"/>
                  </a:lnTo>
                  <a:lnTo>
                    <a:pt x="1936417" y="1943329"/>
                  </a:lnTo>
                  <a:lnTo>
                    <a:pt x="1921310" y="1900609"/>
                  </a:lnTo>
                  <a:lnTo>
                    <a:pt x="1901859" y="1859408"/>
                  </a:lnTo>
                  <a:lnTo>
                    <a:pt x="1877520" y="1819905"/>
                  </a:lnTo>
                  <a:lnTo>
                    <a:pt x="1846939" y="1781639"/>
                  </a:lnTo>
                  <a:lnTo>
                    <a:pt x="1812273" y="1747694"/>
                  </a:lnTo>
                  <a:lnTo>
                    <a:pt x="1774027" y="1717824"/>
                  </a:lnTo>
                  <a:lnTo>
                    <a:pt x="1732708" y="1691784"/>
                  </a:lnTo>
                  <a:lnTo>
                    <a:pt x="1055204" y="1555714"/>
                  </a:lnTo>
                  <a:lnTo>
                    <a:pt x="1007130" y="1544950"/>
                  </a:lnTo>
                  <a:lnTo>
                    <a:pt x="959627" y="1531503"/>
                  </a:lnTo>
                  <a:lnTo>
                    <a:pt x="914569" y="1515629"/>
                  </a:lnTo>
                  <a:lnTo>
                    <a:pt x="870883" y="1497073"/>
                  </a:lnTo>
                  <a:lnTo>
                    <a:pt x="828588" y="1475958"/>
                  </a:lnTo>
                  <a:lnTo>
                    <a:pt x="787707" y="1452406"/>
                  </a:lnTo>
                  <a:lnTo>
                    <a:pt x="748259" y="1426542"/>
                  </a:lnTo>
                  <a:lnTo>
                    <a:pt x="710267" y="1398488"/>
                  </a:lnTo>
                  <a:lnTo>
                    <a:pt x="673750" y="1368367"/>
                  </a:lnTo>
                  <a:lnTo>
                    <a:pt x="638731" y="1336301"/>
                  </a:lnTo>
                  <a:lnTo>
                    <a:pt x="605229" y="1302414"/>
                  </a:lnTo>
                  <a:lnTo>
                    <a:pt x="573266" y="1266828"/>
                  </a:lnTo>
                  <a:lnTo>
                    <a:pt x="542864" y="1229667"/>
                  </a:lnTo>
                  <a:lnTo>
                    <a:pt x="514042" y="1191053"/>
                  </a:lnTo>
                  <a:lnTo>
                    <a:pt x="486822" y="1151109"/>
                  </a:lnTo>
                  <a:lnTo>
                    <a:pt x="461225" y="1109959"/>
                  </a:lnTo>
                  <a:lnTo>
                    <a:pt x="437271" y="1067725"/>
                  </a:lnTo>
                  <a:lnTo>
                    <a:pt x="414983" y="1024530"/>
                  </a:lnTo>
                  <a:lnTo>
                    <a:pt x="394380" y="980497"/>
                  </a:lnTo>
                  <a:lnTo>
                    <a:pt x="375484" y="935749"/>
                  </a:lnTo>
                  <a:lnTo>
                    <a:pt x="358316" y="890409"/>
                  </a:lnTo>
                  <a:lnTo>
                    <a:pt x="342896" y="844599"/>
                  </a:lnTo>
                  <a:lnTo>
                    <a:pt x="329246" y="798443"/>
                  </a:lnTo>
                  <a:lnTo>
                    <a:pt x="316992" y="750888"/>
                  </a:lnTo>
                  <a:lnTo>
                    <a:pt x="306222" y="703027"/>
                  </a:lnTo>
                  <a:lnTo>
                    <a:pt x="296858" y="654896"/>
                  </a:lnTo>
                  <a:lnTo>
                    <a:pt x="288827" y="606530"/>
                  </a:lnTo>
                  <a:lnTo>
                    <a:pt x="282051" y="557963"/>
                  </a:lnTo>
                  <a:lnTo>
                    <a:pt x="276454" y="509233"/>
                  </a:lnTo>
                  <a:lnTo>
                    <a:pt x="271962" y="460373"/>
                  </a:lnTo>
                  <a:lnTo>
                    <a:pt x="268497" y="411420"/>
                  </a:lnTo>
                  <a:lnTo>
                    <a:pt x="265984" y="362409"/>
                  </a:lnTo>
                  <a:lnTo>
                    <a:pt x="264348" y="313375"/>
                  </a:lnTo>
                  <a:lnTo>
                    <a:pt x="263512" y="264353"/>
                  </a:lnTo>
                  <a:lnTo>
                    <a:pt x="263796" y="223173"/>
                  </a:lnTo>
                  <a:lnTo>
                    <a:pt x="263804" y="179351"/>
                  </a:lnTo>
                  <a:lnTo>
                    <a:pt x="261271" y="135370"/>
                  </a:lnTo>
                  <a:lnTo>
                    <a:pt x="253933" y="93713"/>
                  </a:lnTo>
                  <a:lnTo>
                    <a:pt x="239526" y="56865"/>
                  </a:lnTo>
                  <a:lnTo>
                    <a:pt x="215786" y="27307"/>
                  </a:lnTo>
                  <a:lnTo>
                    <a:pt x="180449" y="7524"/>
                  </a:lnTo>
                  <a:close/>
                </a:path>
                <a:path w="3025775" h="3394075">
                  <a:moveTo>
                    <a:pt x="1497734" y="1610449"/>
                  </a:moveTo>
                  <a:lnTo>
                    <a:pt x="1448607" y="1602239"/>
                  </a:lnTo>
                  <a:lnTo>
                    <a:pt x="1399492" y="1595842"/>
                  </a:lnTo>
                  <a:lnTo>
                    <a:pt x="1350163" y="1590561"/>
                  </a:lnTo>
                  <a:lnTo>
                    <a:pt x="1201877" y="1576662"/>
                  </a:lnTo>
                  <a:lnTo>
                    <a:pt x="1152676" y="1571096"/>
                  </a:lnTo>
                  <a:lnTo>
                    <a:pt x="1103752" y="1564271"/>
                  </a:lnTo>
                  <a:lnTo>
                    <a:pt x="1055204" y="1555714"/>
                  </a:lnTo>
                  <a:lnTo>
                    <a:pt x="1722503" y="1686562"/>
                  </a:lnTo>
                  <a:lnTo>
                    <a:pt x="1688822" y="1669328"/>
                  </a:lnTo>
                  <a:lnTo>
                    <a:pt x="1642875" y="1650212"/>
                  </a:lnTo>
                  <a:lnTo>
                    <a:pt x="1595809" y="1634337"/>
                  </a:lnTo>
                  <a:lnTo>
                    <a:pt x="1596191" y="1634412"/>
                  </a:lnTo>
                  <a:lnTo>
                    <a:pt x="1546825" y="1621018"/>
                  </a:lnTo>
                  <a:lnTo>
                    <a:pt x="1497734" y="1610449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266926" y="660908"/>
            <a:ext cx="349250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50" b="1" spc="-365" dirty="0">
                <a:solidFill>
                  <a:srgbClr val="331C2C"/>
                </a:solidFill>
                <a:latin typeface="Trebuchet MS"/>
                <a:cs typeface="Trebuchet MS"/>
              </a:rPr>
              <a:t>9</a:t>
            </a:r>
            <a:endParaRPr sz="485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636091" y="-1"/>
            <a:ext cx="3652520" cy="3553460"/>
          </a:xfrm>
          <a:custGeom>
            <a:avLst/>
            <a:gdLst/>
            <a:ahLst/>
            <a:cxnLst/>
            <a:rect l="l" t="t" r="r" b="b"/>
            <a:pathLst>
              <a:path w="3652519" h="3553460">
                <a:moveTo>
                  <a:pt x="3644823" y="3553300"/>
                </a:moveTo>
                <a:lnTo>
                  <a:pt x="3651903" y="3553230"/>
                </a:lnTo>
                <a:lnTo>
                  <a:pt x="3651907" y="0"/>
                </a:lnTo>
                <a:lnTo>
                  <a:pt x="0" y="0"/>
                </a:lnTo>
                <a:lnTo>
                  <a:pt x="6839" y="52723"/>
                </a:lnTo>
                <a:lnTo>
                  <a:pt x="14443" y="101394"/>
                </a:lnTo>
                <a:lnTo>
                  <a:pt x="23393" y="149749"/>
                </a:lnTo>
                <a:lnTo>
                  <a:pt x="33857" y="197731"/>
                </a:lnTo>
                <a:lnTo>
                  <a:pt x="45998" y="245287"/>
                </a:lnTo>
                <a:lnTo>
                  <a:pt x="59985" y="292359"/>
                </a:lnTo>
                <a:lnTo>
                  <a:pt x="75981" y="338892"/>
                </a:lnTo>
                <a:lnTo>
                  <a:pt x="94298" y="384880"/>
                </a:lnTo>
                <a:lnTo>
                  <a:pt x="115114" y="430039"/>
                </a:lnTo>
                <a:lnTo>
                  <a:pt x="138390" y="474093"/>
                </a:lnTo>
                <a:lnTo>
                  <a:pt x="164089" y="516766"/>
                </a:lnTo>
                <a:lnTo>
                  <a:pt x="192169" y="557781"/>
                </a:lnTo>
                <a:lnTo>
                  <a:pt x="222594" y="596863"/>
                </a:lnTo>
                <a:lnTo>
                  <a:pt x="255324" y="633734"/>
                </a:lnTo>
                <a:lnTo>
                  <a:pt x="290319" y="668118"/>
                </a:lnTo>
                <a:lnTo>
                  <a:pt x="327542" y="699740"/>
                </a:lnTo>
                <a:lnTo>
                  <a:pt x="366954" y="728322"/>
                </a:lnTo>
                <a:lnTo>
                  <a:pt x="408514" y="753588"/>
                </a:lnTo>
                <a:lnTo>
                  <a:pt x="452186" y="775263"/>
                </a:lnTo>
                <a:lnTo>
                  <a:pt x="497929" y="793069"/>
                </a:lnTo>
                <a:lnTo>
                  <a:pt x="547467" y="807442"/>
                </a:lnTo>
                <a:lnTo>
                  <a:pt x="597838" y="817997"/>
                </a:lnTo>
                <a:lnTo>
                  <a:pt x="648828" y="825773"/>
                </a:lnTo>
                <a:lnTo>
                  <a:pt x="700219" y="831811"/>
                </a:lnTo>
                <a:lnTo>
                  <a:pt x="803344" y="842824"/>
                </a:lnTo>
                <a:lnTo>
                  <a:pt x="854645" y="849877"/>
                </a:lnTo>
                <a:lnTo>
                  <a:pt x="905485" y="859348"/>
                </a:lnTo>
                <a:lnTo>
                  <a:pt x="953868" y="871659"/>
                </a:lnTo>
                <a:lnTo>
                  <a:pt x="1001217" y="887280"/>
                </a:lnTo>
                <a:lnTo>
                  <a:pt x="1047378" y="906069"/>
                </a:lnTo>
                <a:lnTo>
                  <a:pt x="1092196" y="927883"/>
                </a:lnTo>
                <a:lnTo>
                  <a:pt x="1135518" y="952582"/>
                </a:lnTo>
                <a:lnTo>
                  <a:pt x="1177189" y="980023"/>
                </a:lnTo>
                <a:lnTo>
                  <a:pt x="1217054" y="1010065"/>
                </a:lnTo>
                <a:lnTo>
                  <a:pt x="1254959" y="1042565"/>
                </a:lnTo>
                <a:lnTo>
                  <a:pt x="1290750" y="1077381"/>
                </a:lnTo>
                <a:lnTo>
                  <a:pt x="1324272" y="1114373"/>
                </a:lnTo>
                <a:lnTo>
                  <a:pt x="1355371" y="1153397"/>
                </a:lnTo>
                <a:lnTo>
                  <a:pt x="1383893" y="1194312"/>
                </a:lnTo>
                <a:lnTo>
                  <a:pt x="1409683" y="1236976"/>
                </a:lnTo>
                <a:lnTo>
                  <a:pt x="1432587" y="1281248"/>
                </a:lnTo>
                <a:lnTo>
                  <a:pt x="1452451" y="1326985"/>
                </a:lnTo>
                <a:lnTo>
                  <a:pt x="1469120" y="1374045"/>
                </a:lnTo>
                <a:lnTo>
                  <a:pt x="1482124" y="1419546"/>
                </a:lnTo>
                <a:lnTo>
                  <a:pt x="1493060" y="1466017"/>
                </a:lnTo>
                <a:lnTo>
                  <a:pt x="1502436" y="1513194"/>
                </a:lnTo>
                <a:lnTo>
                  <a:pt x="1510761" y="1560813"/>
                </a:lnTo>
                <a:lnTo>
                  <a:pt x="1526296" y="1656322"/>
                </a:lnTo>
                <a:lnTo>
                  <a:pt x="1534524" y="1703683"/>
                </a:lnTo>
                <a:lnTo>
                  <a:pt x="1543739" y="1750431"/>
                </a:lnTo>
                <a:lnTo>
                  <a:pt x="1554449" y="1796300"/>
                </a:lnTo>
                <a:lnTo>
                  <a:pt x="1567163" y="1841028"/>
                </a:lnTo>
                <a:lnTo>
                  <a:pt x="1582391" y="1884350"/>
                </a:lnTo>
                <a:lnTo>
                  <a:pt x="1600642" y="1926002"/>
                </a:lnTo>
                <a:lnTo>
                  <a:pt x="1622425" y="1965720"/>
                </a:lnTo>
                <a:lnTo>
                  <a:pt x="1648249" y="2003240"/>
                </a:lnTo>
                <a:lnTo>
                  <a:pt x="1678623" y="2038298"/>
                </a:lnTo>
                <a:lnTo>
                  <a:pt x="1714956" y="2071130"/>
                </a:lnTo>
                <a:lnTo>
                  <a:pt x="1754625" y="2099042"/>
                </a:lnTo>
                <a:lnTo>
                  <a:pt x="1797169" y="2122356"/>
                </a:lnTo>
                <a:lnTo>
                  <a:pt x="1842129" y="2141397"/>
                </a:lnTo>
                <a:lnTo>
                  <a:pt x="2532500" y="2166583"/>
                </a:lnTo>
                <a:lnTo>
                  <a:pt x="2581666" y="2169465"/>
                </a:lnTo>
                <a:lnTo>
                  <a:pt x="2630700" y="2175085"/>
                </a:lnTo>
                <a:lnTo>
                  <a:pt x="2677712" y="2183494"/>
                </a:lnTo>
                <a:lnTo>
                  <a:pt x="2723803" y="2194769"/>
                </a:lnTo>
                <a:lnTo>
                  <a:pt x="2768933" y="2208794"/>
                </a:lnTo>
                <a:lnTo>
                  <a:pt x="2813060" y="2225450"/>
                </a:lnTo>
                <a:lnTo>
                  <a:pt x="2856146" y="2244618"/>
                </a:lnTo>
                <a:lnTo>
                  <a:pt x="2898148" y="2266182"/>
                </a:lnTo>
                <a:lnTo>
                  <a:pt x="2939026" y="2290023"/>
                </a:lnTo>
                <a:lnTo>
                  <a:pt x="2978740" y="2316024"/>
                </a:lnTo>
                <a:lnTo>
                  <a:pt x="3017250" y="2344065"/>
                </a:lnTo>
                <a:lnTo>
                  <a:pt x="3054515" y="2374031"/>
                </a:lnTo>
                <a:lnTo>
                  <a:pt x="3090495" y="2405802"/>
                </a:lnTo>
                <a:lnTo>
                  <a:pt x="3125149" y="2439261"/>
                </a:lnTo>
                <a:lnTo>
                  <a:pt x="3158436" y="2474290"/>
                </a:lnTo>
                <a:lnTo>
                  <a:pt x="3190316" y="2510770"/>
                </a:lnTo>
                <a:lnTo>
                  <a:pt x="3220749" y="2548585"/>
                </a:lnTo>
                <a:lnTo>
                  <a:pt x="3249694" y="2587616"/>
                </a:lnTo>
                <a:lnTo>
                  <a:pt x="3277111" y="2627745"/>
                </a:lnTo>
                <a:lnTo>
                  <a:pt x="3302958" y="2668854"/>
                </a:lnTo>
                <a:lnTo>
                  <a:pt x="3327197" y="2710826"/>
                </a:lnTo>
                <a:lnTo>
                  <a:pt x="3349785" y="2753542"/>
                </a:lnTo>
                <a:lnTo>
                  <a:pt x="3370684" y="2796885"/>
                </a:lnTo>
                <a:lnTo>
                  <a:pt x="3390430" y="2841833"/>
                </a:lnTo>
                <a:lnTo>
                  <a:pt x="3408762" y="2887321"/>
                </a:lnTo>
                <a:lnTo>
                  <a:pt x="3425749" y="2933303"/>
                </a:lnTo>
                <a:lnTo>
                  <a:pt x="3441460" y="2979732"/>
                </a:lnTo>
                <a:lnTo>
                  <a:pt x="3455964" y="3026559"/>
                </a:lnTo>
                <a:lnTo>
                  <a:pt x="3469330" y="3073739"/>
                </a:lnTo>
                <a:lnTo>
                  <a:pt x="3481629" y="3121223"/>
                </a:lnTo>
                <a:lnTo>
                  <a:pt x="3492928" y="3168966"/>
                </a:lnTo>
                <a:lnTo>
                  <a:pt x="3503297" y="3216919"/>
                </a:lnTo>
                <a:lnTo>
                  <a:pt x="3512805" y="3265036"/>
                </a:lnTo>
                <a:lnTo>
                  <a:pt x="3521522" y="3313269"/>
                </a:lnTo>
                <a:lnTo>
                  <a:pt x="3527871" y="3353945"/>
                </a:lnTo>
                <a:lnTo>
                  <a:pt x="3534918" y="3397184"/>
                </a:lnTo>
                <a:lnTo>
                  <a:pt x="3544498" y="3440171"/>
                </a:lnTo>
                <a:lnTo>
                  <a:pt x="3558444" y="3480090"/>
                </a:lnTo>
                <a:lnTo>
                  <a:pt x="3578591" y="3514129"/>
                </a:lnTo>
                <a:lnTo>
                  <a:pt x="3606772" y="3539470"/>
                </a:lnTo>
                <a:lnTo>
                  <a:pt x="3644823" y="3553300"/>
                </a:lnTo>
                <a:close/>
              </a:path>
              <a:path w="3652519" h="3553460">
                <a:moveTo>
                  <a:pt x="2087062" y="2183820"/>
                </a:moveTo>
                <a:lnTo>
                  <a:pt x="2136855" y="2184012"/>
                </a:lnTo>
                <a:lnTo>
                  <a:pt x="2186345" y="2182416"/>
                </a:lnTo>
                <a:lnTo>
                  <a:pt x="2235866" y="2179686"/>
                </a:lnTo>
                <a:lnTo>
                  <a:pt x="2384411" y="2169527"/>
                </a:lnTo>
                <a:lnTo>
                  <a:pt x="2433852" y="2167098"/>
                </a:lnTo>
                <a:lnTo>
                  <a:pt x="2483222" y="2165956"/>
                </a:lnTo>
                <a:lnTo>
                  <a:pt x="2532500" y="2166583"/>
                </a:lnTo>
                <a:lnTo>
                  <a:pt x="1853039" y="2144906"/>
                </a:lnTo>
                <a:lnTo>
                  <a:pt x="1889045" y="2156488"/>
                </a:lnTo>
                <a:lnTo>
                  <a:pt x="1937456" y="2167953"/>
                </a:lnTo>
                <a:lnTo>
                  <a:pt x="1986450" y="2176039"/>
                </a:lnTo>
                <a:lnTo>
                  <a:pt x="1986061" y="2176027"/>
                </a:lnTo>
                <a:lnTo>
                  <a:pt x="2036925" y="2181295"/>
                </a:lnTo>
                <a:lnTo>
                  <a:pt x="2087062" y="2183820"/>
                </a:lnTo>
                <a:close/>
              </a:path>
            </a:pathLst>
          </a:custGeom>
          <a:solidFill>
            <a:srgbClr val="CEB3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256282" y="3087751"/>
            <a:ext cx="13696315" cy="4918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B71E42"/>
              </a:buClr>
              <a:buFont typeface="Arial MT"/>
              <a:buChar char="•"/>
              <a:tabLst>
                <a:tab pos="354965" algn="l"/>
              </a:tabLst>
            </a:pPr>
            <a:r>
              <a:rPr sz="3000" spc="-80" dirty="0">
                <a:latin typeface="Trebuchet MS"/>
                <a:cs typeface="Trebuchet MS"/>
              </a:rPr>
              <a:t>The</a:t>
            </a:r>
            <a:r>
              <a:rPr sz="3000" spc="-60" dirty="0">
                <a:latin typeface="Trebuchet MS"/>
                <a:cs typeface="Trebuchet MS"/>
              </a:rPr>
              <a:t> </a:t>
            </a:r>
            <a:r>
              <a:rPr sz="3000" spc="-220" dirty="0">
                <a:latin typeface="Trebuchet MS"/>
                <a:cs typeface="Trebuchet MS"/>
              </a:rPr>
              <a:t>main</a:t>
            </a:r>
            <a:r>
              <a:rPr sz="3000" spc="-65" dirty="0">
                <a:latin typeface="Trebuchet MS"/>
                <a:cs typeface="Trebuchet MS"/>
              </a:rPr>
              <a:t> </a:t>
            </a:r>
            <a:r>
              <a:rPr sz="3000" spc="-210" dirty="0">
                <a:latin typeface="Trebuchet MS"/>
                <a:cs typeface="Trebuchet MS"/>
              </a:rPr>
              <a:t>objective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165" dirty="0">
                <a:latin typeface="Trebuchet MS"/>
                <a:cs typeface="Trebuchet MS"/>
              </a:rPr>
              <a:t>of</a:t>
            </a:r>
            <a:r>
              <a:rPr sz="3000" spc="-65" dirty="0">
                <a:latin typeface="Trebuchet MS"/>
                <a:cs typeface="Trebuchet MS"/>
              </a:rPr>
              <a:t> </a:t>
            </a:r>
            <a:r>
              <a:rPr sz="3000" spc="-150" dirty="0">
                <a:latin typeface="Trebuchet MS"/>
                <a:cs typeface="Trebuchet MS"/>
              </a:rPr>
              <a:t>this</a:t>
            </a:r>
            <a:r>
              <a:rPr sz="3000" spc="-60" dirty="0">
                <a:latin typeface="Trebuchet MS"/>
                <a:cs typeface="Trebuchet MS"/>
              </a:rPr>
              <a:t> </a:t>
            </a:r>
            <a:r>
              <a:rPr sz="3000" spc="-180" dirty="0">
                <a:latin typeface="Trebuchet MS"/>
                <a:cs typeface="Trebuchet MS"/>
              </a:rPr>
              <a:t>project</a:t>
            </a:r>
            <a:r>
              <a:rPr sz="3000" spc="-65" dirty="0">
                <a:latin typeface="Trebuchet MS"/>
                <a:cs typeface="Trebuchet MS"/>
              </a:rPr>
              <a:t> </a:t>
            </a:r>
            <a:r>
              <a:rPr sz="3000" spc="-110" dirty="0">
                <a:latin typeface="Trebuchet MS"/>
                <a:cs typeface="Trebuchet MS"/>
              </a:rPr>
              <a:t>is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30" dirty="0">
                <a:latin typeface="Trebuchet MS"/>
                <a:cs typeface="Trebuchet MS"/>
              </a:rPr>
              <a:t>to</a:t>
            </a:r>
            <a:r>
              <a:rPr sz="3000" spc="-75" dirty="0">
                <a:latin typeface="Trebuchet MS"/>
                <a:cs typeface="Trebuchet MS"/>
              </a:rPr>
              <a:t> </a:t>
            </a:r>
            <a:r>
              <a:rPr sz="3000" spc="-180" dirty="0">
                <a:latin typeface="Trebuchet MS"/>
                <a:cs typeface="Trebuchet MS"/>
              </a:rPr>
              <a:t>develop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300" dirty="0">
                <a:latin typeface="Trebuchet MS"/>
                <a:cs typeface="Trebuchet MS"/>
              </a:rPr>
              <a:t>a</a:t>
            </a:r>
            <a:r>
              <a:rPr sz="3000" spc="-65" dirty="0">
                <a:latin typeface="Trebuchet MS"/>
                <a:cs typeface="Trebuchet MS"/>
              </a:rPr>
              <a:t> </a:t>
            </a:r>
            <a:r>
              <a:rPr sz="3000" spc="-225" dirty="0">
                <a:latin typeface="Trebuchet MS"/>
                <a:cs typeface="Trebuchet MS"/>
              </a:rPr>
              <a:t>scalable</a:t>
            </a:r>
            <a:r>
              <a:rPr sz="3000" spc="-60" dirty="0">
                <a:latin typeface="Trebuchet MS"/>
                <a:cs typeface="Trebuchet MS"/>
              </a:rPr>
              <a:t> </a:t>
            </a:r>
            <a:r>
              <a:rPr sz="3000" spc="-200" dirty="0">
                <a:latin typeface="Trebuchet MS"/>
                <a:cs typeface="Trebuchet MS"/>
              </a:rPr>
              <a:t>and</a:t>
            </a:r>
            <a:r>
              <a:rPr sz="3000" spc="-65" dirty="0">
                <a:latin typeface="Trebuchet MS"/>
                <a:cs typeface="Trebuchet MS"/>
              </a:rPr>
              <a:t> </a:t>
            </a:r>
            <a:r>
              <a:rPr sz="3000" spc="-160" dirty="0">
                <a:latin typeface="Trebuchet MS"/>
                <a:cs typeface="Trebuchet MS"/>
              </a:rPr>
              <a:t>user-</a:t>
            </a:r>
            <a:r>
              <a:rPr sz="3000" spc="-25" dirty="0">
                <a:latin typeface="Trebuchet MS"/>
                <a:cs typeface="Trebuchet MS"/>
              </a:rPr>
              <a:t>friendly</a:t>
            </a:r>
            <a:endParaRPr sz="3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2220"/>
              </a:spcBef>
              <a:buClr>
                <a:srgbClr val="B71E42"/>
              </a:buClr>
              <a:buFont typeface="Arial MT"/>
              <a:buChar char="•"/>
              <a:tabLst>
                <a:tab pos="354965" algn="l"/>
              </a:tabLst>
            </a:pPr>
            <a:r>
              <a:rPr sz="3000" spc="-150" dirty="0">
                <a:latin typeface="Trebuchet MS"/>
                <a:cs typeface="Trebuchet MS"/>
              </a:rPr>
              <a:t>framework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105" dirty="0">
                <a:latin typeface="Trebuchet MS"/>
                <a:cs typeface="Trebuchet MS"/>
              </a:rPr>
              <a:t>for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130" dirty="0">
                <a:latin typeface="Trebuchet MS"/>
                <a:cs typeface="Trebuchet MS"/>
              </a:rPr>
              <a:t>smart</a:t>
            </a:r>
            <a:r>
              <a:rPr sz="3000" spc="-50" dirty="0">
                <a:latin typeface="Trebuchet MS"/>
                <a:cs typeface="Trebuchet MS"/>
              </a:rPr>
              <a:t> </a:t>
            </a:r>
            <a:r>
              <a:rPr sz="3000" spc="-130" dirty="0">
                <a:latin typeface="Trebuchet MS"/>
                <a:cs typeface="Trebuchet MS"/>
              </a:rPr>
              <a:t>home</a:t>
            </a:r>
            <a:r>
              <a:rPr sz="3000" spc="-35" dirty="0">
                <a:latin typeface="Trebuchet MS"/>
                <a:cs typeface="Trebuchet MS"/>
              </a:rPr>
              <a:t> </a:t>
            </a:r>
            <a:r>
              <a:rPr sz="3000" spc="-160" dirty="0">
                <a:latin typeface="Trebuchet MS"/>
                <a:cs typeface="Trebuchet MS"/>
              </a:rPr>
              <a:t>automation</a:t>
            </a:r>
            <a:r>
              <a:rPr sz="3000" spc="-50" dirty="0">
                <a:latin typeface="Trebuchet MS"/>
                <a:cs typeface="Trebuchet MS"/>
              </a:rPr>
              <a:t> </a:t>
            </a:r>
            <a:r>
              <a:rPr sz="3000" spc="-195" dirty="0">
                <a:latin typeface="Trebuchet MS"/>
                <a:cs typeface="Trebuchet MS"/>
              </a:rPr>
              <a:t>by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190" dirty="0">
                <a:latin typeface="Trebuchet MS"/>
                <a:cs typeface="Trebuchet MS"/>
              </a:rPr>
              <a:t>integrating</a:t>
            </a:r>
            <a:r>
              <a:rPr sz="3000" spc="-35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IoT</a:t>
            </a:r>
            <a:r>
              <a:rPr sz="3000" spc="-50" dirty="0">
                <a:latin typeface="Trebuchet MS"/>
                <a:cs typeface="Trebuchet MS"/>
              </a:rPr>
              <a:t> </a:t>
            </a:r>
            <a:r>
              <a:rPr sz="3000" spc="-185" dirty="0">
                <a:latin typeface="Trebuchet MS"/>
                <a:cs typeface="Trebuchet MS"/>
              </a:rPr>
              <a:t>devices</a:t>
            </a:r>
            <a:r>
              <a:rPr sz="3000" spc="-20" dirty="0">
                <a:latin typeface="Trebuchet MS"/>
                <a:cs typeface="Trebuchet MS"/>
              </a:rPr>
              <a:t> </a:t>
            </a:r>
            <a:r>
              <a:rPr sz="3000" spc="-170" dirty="0">
                <a:latin typeface="Trebuchet MS"/>
                <a:cs typeface="Trebuchet MS"/>
              </a:rPr>
              <a:t>with</a:t>
            </a:r>
            <a:r>
              <a:rPr sz="3000" spc="-35" dirty="0">
                <a:latin typeface="Trebuchet MS"/>
                <a:cs typeface="Trebuchet MS"/>
              </a:rPr>
              <a:t> </a:t>
            </a:r>
            <a:r>
              <a:rPr sz="3000" spc="-140" dirty="0">
                <a:latin typeface="Trebuchet MS"/>
                <a:cs typeface="Trebuchet MS"/>
              </a:rPr>
              <a:t>cloud-</a:t>
            </a:r>
            <a:r>
              <a:rPr sz="3000" spc="-20" dirty="0">
                <a:latin typeface="Trebuchet MS"/>
                <a:cs typeface="Trebuchet MS"/>
              </a:rPr>
              <a:t>based</a:t>
            </a:r>
            <a:endParaRPr sz="3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2220"/>
              </a:spcBef>
              <a:buClr>
                <a:srgbClr val="B71E42"/>
              </a:buClr>
              <a:buFont typeface="Arial MT"/>
              <a:buChar char="•"/>
              <a:tabLst>
                <a:tab pos="354965" algn="l"/>
              </a:tabLst>
            </a:pPr>
            <a:r>
              <a:rPr sz="3000" spc="-180" dirty="0">
                <a:latin typeface="Trebuchet MS"/>
                <a:cs typeface="Trebuchet MS"/>
              </a:rPr>
              <a:t>infrastructure.</a:t>
            </a:r>
            <a:r>
              <a:rPr sz="3000" spc="-345" dirty="0">
                <a:latin typeface="Trebuchet MS"/>
                <a:cs typeface="Trebuchet MS"/>
              </a:rPr>
              <a:t> </a:t>
            </a:r>
            <a:r>
              <a:rPr sz="3000" spc="-135" dirty="0">
                <a:latin typeface="Trebuchet MS"/>
                <a:cs typeface="Trebuchet MS"/>
              </a:rPr>
              <a:t>It</a:t>
            </a:r>
            <a:r>
              <a:rPr sz="3000" spc="-30" dirty="0">
                <a:latin typeface="Trebuchet MS"/>
                <a:cs typeface="Trebuchet MS"/>
              </a:rPr>
              <a:t> </a:t>
            </a:r>
            <a:r>
              <a:rPr sz="3000" spc="-200" dirty="0">
                <a:latin typeface="Trebuchet MS"/>
                <a:cs typeface="Trebuchet MS"/>
              </a:rPr>
              <a:t>aims</a:t>
            </a:r>
            <a:r>
              <a:rPr sz="3000" spc="-30" dirty="0">
                <a:latin typeface="Trebuchet MS"/>
                <a:cs typeface="Trebuchet MS"/>
              </a:rPr>
              <a:t> to</a:t>
            </a:r>
            <a:r>
              <a:rPr sz="3000" spc="-40" dirty="0">
                <a:latin typeface="Trebuchet MS"/>
                <a:cs typeface="Trebuchet MS"/>
              </a:rPr>
              <a:t> </a:t>
            </a:r>
            <a:r>
              <a:rPr sz="3000" spc="-140" dirty="0">
                <a:latin typeface="Trebuchet MS"/>
                <a:cs typeface="Trebuchet MS"/>
              </a:rPr>
              <a:t>ensure</a:t>
            </a:r>
            <a:r>
              <a:rPr sz="3000" spc="-30" dirty="0">
                <a:latin typeface="Trebuchet MS"/>
                <a:cs typeface="Trebuchet MS"/>
              </a:rPr>
              <a:t> </a:t>
            </a:r>
            <a:r>
              <a:rPr sz="3000" spc="-175" dirty="0">
                <a:latin typeface="Trebuchet MS"/>
                <a:cs typeface="Trebuchet MS"/>
              </a:rPr>
              <a:t>seamless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160" dirty="0">
                <a:latin typeface="Trebuchet MS"/>
                <a:cs typeface="Trebuchet MS"/>
              </a:rPr>
              <a:t>communication</a:t>
            </a:r>
            <a:r>
              <a:rPr sz="3000" spc="-50" dirty="0">
                <a:latin typeface="Trebuchet MS"/>
                <a:cs typeface="Trebuchet MS"/>
              </a:rPr>
              <a:t> </a:t>
            </a:r>
            <a:r>
              <a:rPr sz="3000" spc="-204" dirty="0">
                <a:latin typeface="Trebuchet MS"/>
                <a:cs typeface="Trebuchet MS"/>
              </a:rPr>
              <a:t>and</a:t>
            </a:r>
            <a:r>
              <a:rPr sz="3000" spc="-40" dirty="0">
                <a:latin typeface="Trebuchet MS"/>
                <a:cs typeface="Trebuchet MS"/>
              </a:rPr>
              <a:t> </a:t>
            </a:r>
            <a:r>
              <a:rPr sz="3000" spc="-170" dirty="0">
                <a:latin typeface="Trebuchet MS"/>
                <a:cs typeface="Trebuchet MS"/>
              </a:rPr>
              <a:t>interoperability</a:t>
            </a:r>
            <a:r>
              <a:rPr sz="3000" spc="-25" dirty="0">
                <a:latin typeface="Trebuchet MS"/>
                <a:cs typeface="Trebuchet MS"/>
              </a:rPr>
              <a:t> </a:t>
            </a:r>
            <a:r>
              <a:rPr sz="3000" spc="-95" dirty="0">
                <a:latin typeface="Trebuchet MS"/>
                <a:cs typeface="Trebuchet MS"/>
              </a:rPr>
              <a:t>between</a:t>
            </a:r>
            <a:endParaRPr sz="3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2220"/>
              </a:spcBef>
              <a:buClr>
                <a:srgbClr val="B71E42"/>
              </a:buClr>
              <a:buFont typeface="Arial MT"/>
              <a:buChar char="•"/>
              <a:tabLst>
                <a:tab pos="354965" algn="l"/>
              </a:tabLst>
            </a:pPr>
            <a:r>
              <a:rPr sz="3000" spc="-220" dirty="0">
                <a:latin typeface="Trebuchet MS"/>
                <a:cs typeface="Trebuchet MS"/>
              </a:rPr>
              <a:t>different</a:t>
            </a:r>
            <a:r>
              <a:rPr sz="3000" spc="-50" dirty="0">
                <a:latin typeface="Trebuchet MS"/>
                <a:cs typeface="Trebuchet MS"/>
              </a:rPr>
              <a:t> </a:t>
            </a:r>
            <a:r>
              <a:rPr sz="3000" spc="-220" dirty="0">
                <a:latin typeface="Trebuchet MS"/>
                <a:cs typeface="Trebuchet MS"/>
              </a:rPr>
              <a:t>devices,</a:t>
            </a:r>
            <a:r>
              <a:rPr sz="3000" spc="-325" dirty="0">
                <a:latin typeface="Trebuchet MS"/>
                <a:cs typeface="Trebuchet MS"/>
              </a:rPr>
              <a:t> </a:t>
            </a:r>
            <a:r>
              <a:rPr sz="3000" spc="-200" dirty="0">
                <a:latin typeface="Trebuchet MS"/>
                <a:cs typeface="Trebuchet MS"/>
              </a:rPr>
              <a:t>enhance</a:t>
            </a:r>
            <a:r>
              <a:rPr sz="3000" spc="-20" dirty="0">
                <a:latin typeface="Trebuchet MS"/>
                <a:cs typeface="Trebuchet MS"/>
              </a:rPr>
              <a:t> </a:t>
            </a:r>
            <a:r>
              <a:rPr sz="3000" spc="-245" dirty="0">
                <a:latin typeface="Trebuchet MS"/>
                <a:cs typeface="Trebuchet MS"/>
              </a:rPr>
              <a:t>data</a:t>
            </a:r>
            <a:r>
              <a:rPr sz="3000" spc="-25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security</a:t>
            </a:r>
            <a:r>
              <a:rPr sz="3000" spc="-20" dirty="0">
                <a:latin typeface="Trebuchet MS"/>
                <a:cs typeface="Trebuchet MS"/>
              </a:rPr>
              <a:t> </a:t>
            </a:r>
            <a:r>
              <a:rPr sz="3000" spc="-204" dirty="0">
                <a:latin typeface="Trebuchet MS"/>
                <a:cs typeface="Trebuchet MS"/>
              </a:rPr>
              <a:t>and</a:t>
            </a:r>
            <a:r>
              <a:rPr sz="3000" spc="-35" dirty="0">
                <a:latin typeface="Trebuchet MS"/>
                <a:cs typeface="Trebuchet MS"/>
              </a:rPr>
              <a:t> </a:t>
            </a:r>
            <a:r>
              <a:rPr sz="3000" spc="-240" dirty="0">
                <a:latin typeface="Trebuchet MS"/>
                <a:cs typeface="Trebuchet MS"/>
              </a:rPr>
              <a:t>privacy,</a:t>
            </a:r>
            <a:r>
              <a:rPr sz="3000" spc="-340" dirty="0">
                <a:latin typeface="Trebuchet MS"/>
                <a:cs typeface="Trebuchet MS"/>
              </a:rPr>
              <a:t> </a:t>
            </a:r>
            <a:r>
              <a:rPr sz="3000" spc="-204" dirty="0">
                <a:latin typeface="Trebuchet MS"/>
                <a:cs typeface="Trebuchet MS"/>
              </a:rPr>
              <a:t>and</a:t>
            </a:r>
            <a:r>
              <a:rPr sz="3000" spc="-40" dirty="0">
                <a:latin typeface="Trebuchet MS"/>
                <a:cs typeface="Trebuchet MS"/>
              </a:rPr>
              <a:t> </a:t>
            </a:r>
            <a:r>
              <a:rPr sz="3000" spc="-155" dirty="0">
                <a:latin typeface="Trebuchet MS"/>
                <a:cs typeface="Trebuchet MS"/>
              </a:rPr>
              <a:t>improve</a:t>
            </a:r>
            <a:r>
              <a:rPr sz="3000" spc="-25" dirty="0">
                <a:latin typeface="Trebuchet MS"/>
                <a:cs typeface="Trebuchet MS"/>
              </a:rPr>
              <a:t> </a:t>
            </a:r>
            <a:r>
              <a:rPr sz="3000" spc="-155" dirty="0">
                <a:latin typeface="Trebuchet MS"/>
                <a:cs typeface="Trebuchet MS"/>
              </a:rPr>
              <a:t>system</a:t>
            </a:r>
            <a:r>
              <a:rPr sz="3000" spc="-25" dirty="0">
                <a:latin typeface="Trebuchet MS"/>
                <a:cs typeface="Trebuchet MS"/>
              </a:rPr>
              <a:t> </a:t>
            </a:r>
            <a:r>
              <a:rPr sz="3000" spc="-90" dirty="0">
                <a:latin typeface="Trebuchet MS"/>
                <a:cs typeface="Trebuchet MS"/>
              </a:rPr>
              <a:t>scalability</a:t>
            </a:r>
            <a:endParaRPr sz="3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2220"/>
              </a:spcBef>
              <a:buClr>
                <a:srgbClr val="B71E42"/>
              </a:buClr>
              <a:buFont typeface="Arial MT"/>
              <a:buChar char="•"/>
              <a:tabLst>
                <a:tab pos="354965" algn="l"/>
              </a:tabLst>
            </a:pPr>
            <a:r>
              <a:rPr sz="3000" spc="-20" dirty="0">
                <a:latin typeface="Trebuchet MS"/>
                <a:cs typeface="Trebuchet MS"/>
              </a:rPr>
              <a:t>to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204" dirty="0">
                <a:latin typeface="Trebuchet MS"/>
                <a:cs typeface="Trebuchet MS"/>
              </a:rPr>
              <a:t>handle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300" dirty="0">
                <a:latin typeface="Trebuchet MS"/>
                <a:cs typeface="Trebuchet MS"/>
              </a:rPr>
              <a:t>a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growing</a:t>
            </a:r>
            <a:r>
              <a:rPr sz="3000" spc="-80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number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165" dirty="0">
                <a:latin typeface="Trebuchet MS"/>
                <a:cs typeface="Trebuchet MS"/>
              </a:rPr>
              <a:t>of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185" dirty="0">
                <a:latin typeface="Trebuchet MS"/>
                <a:cs typeface="Trebuchet MS"/>
              </a:rPr>
              <a:t>devices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235" dirty="0">
                <a:latin typeface="Trebuchet MS"/>
                <a:cs typeface="Trebuchet MS"/>
              </a:rPr>
              <a:t>effectively.The</a:t>
            </a:r>
            <a:r>
              <a:rPr sz="3000" spc="-50" dirty="0">
                <a:latin typeface="Trebuchet MS"/>
                <a:cs typeface="Trebuchet MS"/>
              </a:rPr>
              <a:t> </a:t>
            </a:r>
            <a:r>
              <a:rPr sz="3000" spc="-180" dirty="0">
                <a:latin typeface="Trebuchet MS"/>
                <a:cs typeface="Trebuchet MS"/>
              </a:rPr>
              <a:t>project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also</a:t>
            </a:r>
            <a:r>
              <a:rPr sz="3000" spc="-80" dirty="0">
                <a:latin typeface="Trebuchet MS"/>
                <a:cs typeface="Trebuchet MS"/>
              </a:rPr>
              <a:t> </a:t>
            </a:r>
            <a:r>
              <a:rPr sz="3000" spc="-150" dirty="0">
                <a:latin typeface="Trebuchet MS"/>
                <a:cs typeface="Trebuchet MS"/>
              </a:rPr>
              <a:t>focuses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25" dirty="0">
                <a:latin typeface="Trebuchet MS"/>
                <a:cs typeface="Trebuchet MS"/>
              </a:rPr>
              <a:t>on</a:t>
            </a:r>
            <a:endParaRPr sz="3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2220"/>
              </a:spcBef>
              <a:buClr>
                <a:srgbClr val="B71E42"/>
              </a:buClr>
              <a:buFont typeface="Arial MT"/>
              <a:buChar char="•"/>
              <a:tabLst>
                <a:tab pos="354965" algn="l"/>
              </a:tabLst>
            </a:pPr>
            <a:r>
              <a:rPr sz="3000" spc="-175" dirty="0">
                <a:latin typeface="Trebuchet MS"/>
                <a:cs typeface="Trebuchet MS"/>
              </a:rPr>
              <a:t>optimizing</a:t>
            </a:r>
            <a:r>
              <a:rPr sz="3000" spc="-50" dirty="0">
                <a:latin typeface="Trebuchet MS"/>
                <a:cs typeface="Trebuchet MS"/>
              </a:rPr>
              <a:t> </a:t>
            </a:r>
            <a:r>
              <a:rPr sz="3000" spc="-150" dirty="0">
                <a:latin typeface="Trebuchet MS"/>
                <a:cs typeface="Trebuchet MS"/>
              </a:rPr>
              <a:t>energy</a:t>
            </a:r>
            <a:r>
              <a:rPr sz="3000" spc="-65" dirty="0">
                <a:latin typeface="Trebuchet MS"/>
                <a:cs typeface="Trebuchet MS"/>
              </a:rPr>
              <a:t> </a:t>
            </a:r>
            <a:r>
              <a:rPr sz="3000" spc="-130" dirty="0">
                <a:latin typeface="Trebuchet MS"/>
                <a:cs typeface="Trebuchet MS"/>
              </a:rPr>
              <a:t>consumption</a:t>
            </a:r>
            <a:r>
              <a:rPr sz="3000" spc="-60" dirty="0">
                <a:latin typeface="Trebuchet MS"/>
                <a:cs typeface="Trebuchet MS"/>
              </a:rPr>
              <a:t> </a:t>
            </a:r>
            <a:r>
              <a:rPr sz="3000" spc="-20" dirty="0">
                <a:latin typeface="Trebuchet MS"/>
                <a:cs typeface="Trebuchet MS"/>
              </a:rPr>
              <a:t>to</a:t>
            </a:r>
            <a:r>
              <a:rPr sz="3000" spc="-50" dirty="0">
                <a:latin typeface="Trebuchet MS"/>
                <a:cs typeface="Trebuchet MS"/>
              </a:rPr>
              <a:t> </a:t>
            </a:r>
            <a:r>
              <a:rPr sz="3000" spc="-110" dirty="0">
                <a:latin typeface="Trebuchet MS"/>
                <a:cs typeface="Trebuchet MS"/>
              </a:rPr>
              <a:t>promote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195" dirty="0">
                <a:latin typeface="Trebuchet MS"/>
                <a:cs typeface="Trebuchet MS"/>
              </a:rPr>
              <a:t>sustainability</a:t>
            </a:r>
            <a:r>
              <a:rPr sz="3000" spc="-60" dirty="0">
                <a:latin typeface="Trebuchet MS"/>
                <a:cs typeface="Trebuchet MS"/>
              </a:rPr>
              <a:t> </a:t>
            </a:r>
            <a:r>
              <a:rPr sz="3000" spc="-200" dirty="0">
                <a:latin typeface="Trebuchet MS"/>
                <a:cs typeface="Trebuchet MS"/>
              </a:rPr>
              <a:t>and</a:t>
            </a:r>
            <a:r>
              <a:rPr sz="3000" spc="-50" dirty="0">
                <a:latin typeface="Trebuchet MS"/>
                <a:cs typeface="Trebuchet MS"/>
              </a:rPr>
              <a:t> </a:t>
            </a:r>
            <a:r>
              <a:rPr sz="3000" spc="-195" dirty="0">
                <a:latin typeface="Trebuchet MS"/>
                <a:cs typeface="Trebuchet MS"/>
              </a:rPr>
              <a:t>creating</a:t>
            </a:r>
            <a:r>
              <a:rPr sz="3000" spc="-50" dirty="0">
                <a:latin typeface="Trebuchet MS"/>
                <a:cs typeface="Trebuchet MS"/>
              </a:rPr>
              <a:t> </a:t>
            </a:r>
            <a:r>
              <a:rPr sz="3000" spc="-229" dirty="0">
                <a:latin typeface="Trebuchet MS"/>
                <a:cs typeface="Trebuchet MS"/>
              </a:rPr>
              <a:t>an</a:t>
            </a:r>
            <a:r>
              <a:rPr sz="3000" spc="-60" dirty="0">
                <a:latin typeface="Trebuchet MS"/>
                <a:cs typeface="Trebuchet MS"/>
              </a:rPr>
              <a:t> </a:t>
            </a:r>
            <a:r>
              <a:rPr sz="3000" spc="-25" dirty="0">
                <a:latin typeface="Trebuchet MS"/>
                <a:cs typeface="Trebuchet MS"/>
              </a:rPr>
              <a:t>intuitive</a:t>
            </a:r>
            <a:endParaRPr sz="3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2225"/>
              </a:spcBef>
              <a:buClr>
                <a:srgbClr val="B71E42"/>
              </a:buClr>
              <a:buFont typeface="Arial MT"/>
              <a:buChar char="•"/>
              <a:tabLst>
                <a:tab pos="354965" algn="l"/>
              </a:tabLst>
            </a:pPr>
            <a:r>
              <a:rPr sz="3000" spc="-204" dirty="0">
                <a:latin typeface="Trebuchet MS"/>
                <a:cs typeface="Trebuchet MS"/>
              </a:rPr>
              <a:t>interface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105" dirty="0">
                <a:latin typeface="Trebuchet MS"/>
                <a:cs typeface="Trebuchet MS"/>
              </a:rPr>
              <a:t>for</a:t>
            </a:r>
            <a:r>
              <a:rPr sz="3000" spc="-75" dirty="0">
                <a:latin typeface="Trebuchet MS"/>
                <a:cs typeface="Trebuchet MS"/>
              </a:rPr>
              <a:t> </a:t>
            </a:r>
            <a:r>
              <a:rPr sz="3000" spc="-200" dirty="0">
                <a:latin typeface="Trebuchet MS"/>
                <a:cs typeface="Trebuchet MS"/>
              </a:rPr>
              <a:t>easy</a:t>
            </a:r>
            <a:r>
              <a:rPr sz="3000" spc="-65" dirty="0">
                <a:latin typeface="Trebuchet MS"/>
                <a:cs typeface="Trebuchet MS"/>
              </a:rPr>
              <a:t> </a:t>
            </a:r>
            <a:r>
              <a:rPr sz="3000" spc="-100" dirty="0">
                <a:latin typeface="Trebuchet MS"/>
                <a:cs typeface="Trebuchet MS"/>
              </a:rPr>
              <a:t>control</a:t>
            </a:r>
            <a:r>
              <a:rPr sz="3000" spc="-45" dirty="0">
                <a:latin typeface="Trebuchet MS"/>
                <a:cs typeface="Trebuchet MS"/>
              </a:rPr>
              <a:t> </a:t>
            </a:r>
            <a:r>
              <a:rPr sz="3000" spc="-204" dirty="0">
                <a:latin typeface="Trebuchet MS"/>
                <a:cs typeface="Trebuchet MS"/>
              </a:rPr>
              <a:t>and</a:t>
            </a:r>
            <a:r>
              <a:rPr sz="3000" spc="-65" dirty="0">
                <a:latin typeface="Trebuchet MS"/>
                <a:cs typeface="Trebuchet MS"/>
              </a:rPr>
              <a:t> </a:t>
            </a:r>
            <a:r>
              <a:rPr sz="3000" spc="-55" dirty="0">
                <a:latin typeface="Trebuchet MS"/>
                <a:cs typeface="Trebuchet MS"/>
              </a:rPr>
              <a:t>monitoring.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64969" y="562863"/>
            <a:ext cx="14443075" cy="2223770"/>
            <a:chOff x="2164969" y="562863"/>
            <a:chExt cx="14443075" cy="2223770"/>
          </a:xfrm>
        </p:grpSpPr>
        <p:sp>
          <p:nvSpPr>
            <p:cNvPr id="3" name="object 3"/>
            <p:cNvSpPr/>
            <p:nvPr/>
          </p:nvSpPr>
          <p:spPr>
            <a:xfrm>
              <a:off x="2180844" y="2770631"/>
              <a:ext cx="14411325" cy="0"/>
            </a:xfrm>
            <a:custGeom>
              <a:avLst/>
              <a:gdLst/>
              <a:ahLst/>
              <a:cxnLst/>
              <a:rect l="l" t="t" r="r" b="b"/>
              <a:pathLst>
                <a:path w="14411325">
                  <a:moveTo>
                    <a:pt x="0" y="0"/>
                  </a:moveTo>
                  <a:lnTo>
                    <a:pt x="14411325" y="0"/>
                  </a:lnTo>
                </a:path>
              </a:pathLst>
            </a:custGeom>
            <a:ln w="31750">
              <a:solidFill>
                <a:srgbClr val="B71E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60525" y="562863"/>
              <a:ext cx="1159510" cy="1159510"/>
            </a:xfrm>
            <a:custGeom>
              <a:avLst/>
              <a:gdLst/>
              <a:ahLst/>
              <a:cxnLst/>
              <a:rect l="l" t="t" r="r" b="b"/>
              <a:pathLst>
                <a:path w="1159509" h="1159510">
                  <a:moveTo>
                    <a:pt x="579500" y="0"/>
                  </a:moveTo>
                  <a:lnTo>
                    <a:pt x="531974" y="1921"/>
                  </a:lnTo>
                  <a:lnTo>
                    <a:pt x="485505" y="7585"/>
                  </a:lnTo>
                  <a:lnTo>
                    <a:pt x="440243" y="16842"/>
                  </a:lnTo>
                  <a:lnTo>
                    <a:pt x="396337" y="29545"/>
                  </a:lnTo>
                  <a:lnTo>
                    <a:pt x="353937" y="45543"/>
                  </a:lnTo>
                  <a:lnTo>
                    <a:pt x="313191" y="64688"/>
                  </a:lnTo>
                  <a:lnTo>
                    <a:pt x="274248" y="86830"/>
                  </a:lnTo>
                  <a:lnTo>
                    <a:pt x="237259" y="111820"/>
                  </a:lnTo>
                  <a:lnTo>
                    <a:pt x="202371" y="139511"/>
                  </a:lnTo>
                  <a:lnTo>
                    <a:pt x="169735" y="169751"/>
                  </a:lnTo>
                  <a:lnTo>
                    <a:pt x="139499" y="202392"/>
                  </a:lnTo>
                  <a:lnTo>
                    <a:pt x="111812" y="237286"/>
                  </a:lnTo>
                  <a:lnTo>
                    <a:pt x="86824" y="274283"/>
                  </a:lnTo>
                  <a:lnTo>
                    <a:pt x="64684" y="313234"/>
                  </a:lnTo>
                  <a:lnTo>
                    <a:pt x="45541" y="353990"/>
                  </a:lnTo>
                  <a:lnTo>
                    <a:pt x="29544" y="396402"/>
                  </a:lnTo>
                  <a:lnTo>
                    <a:pt x="16842" y="440321"/>
                  </a:lnTo>
                  <a:lnTo>
                    <a:pt x="7584" y="485597"/>
                  </a:lnTo>
                  <a:lnTo>
                    <a:pt x="1921" y="532083"/>
                  </a:lnTo>
                  <a:lnTo>
                    <a:pt x="0" y="579627"/>
                  </a:lnTo>
                  <a:lnTo>
                    <a:pt x="1921" y="627154"/>
                  </a:lnTo>
                  <a:lnTo>
                    <a:pt x="7584" y="673623"/>
                  </a:lnTo>
                  <a:lnTo>
                    <a:pt x="16842" y="718885"/>
                  </a:lnTo>
                  <a:lnTo>
                    <a:pt x="29544" y="762791"/>
                  </a:lnTo>
                  <a:lnTo>
                    <a:pt x="45541" y="805191"/>
                  </a:lnTo>
                  <a:lnTo>
                    <a:pt x="64684" y="845937"/>
                  </a:lnTo>
                  <a:lnTo>
                    <a:pt x="86824" y="884880"/>
                  </a:lnTo>
                  <a:lnTo>
                    <a:pt x="111812" y="921869"/>
                  </a:lnTo>
                  <a:lnTo>
                    <a:pt x="139499" y="956757"/>
                  </a:lnTo>
                  <a:lnTo>
                    <a:pt x="169735" y="989393"/>
                  </a:lnTo>
                  <a:lnTo>
                    <a:pt x="202371" y="1019629"/>
                  </a:lnTo>
                  <a:lnTo>
                    <a:pt x="237259" y="1047316"/>
                  </a:lnTo>
                  <a:lnTo>
                    <a:pt x="274248" y="1072304"/>
                  </a:lnTo>
                  <a:lnTo>
                    <a:pt x="313191" y="1094444"/>
                  </a:lnTo>
                  <a:lnTo>
                    <a:pt x="353937" y="1113587"/>
                  </a:lnTo>
                  <a:lnTo>
                    <a:pt x="396337" y="1129584"/>
                  </a:lnTo>
                  <a:lnTo>
                    <a:pt x="440243" y="1142286"/>
                  </a:lnTo>
                  <a:lnTo>
                    <a:pt x="485505" y="1151544"/>
                  </a:lnTo>
                  <a:lnTo>
                    <a:pt x="531974" y="1157207"/>
                  </a:lnTo>
                  <a:lnTo>
                    <a:pt x="579500" y="1159128"/>
                  </a:lnTo>
                  <a:lnTo>
                    <a:pt x="627027" y="1157207"/>
                  </a:lnTo>
                  <a:lnTo>
                    <a:pt x="673496" y="1151544"/>
                  </a:lnTo>
                  <a:lnTo>
                    <a:pt x="718758" y="1142286"/>
                  </a:lnTo>
                  <a:lnTo>
                    <a:pt x="762664" y="1129584"/>
                  </a:lnTo>
                  <a:lnTo>
                    <a:pt x="805064" y="1113587"/>
                  </a:lnTo>
                  <a:lnTo>
                    <a:pt x="845810" y="1094444"/>
                  </a:lnTo>
                  <a:lnTo>
                    <a:pt x="884753" y="1072304"/>
                  </a:lnTo>
                  <a:lnTo>
                    <a:pt x="921742" y="1047316"/>
                  </a:lnTo>
                  <a:lnTo>
                    <a:pt x="956630" y="1019629"/>
                  </a:lnTo>
                  <a:lnTo>
                    <a:pt x="989266" y="989393"/>
                  </a:lnTo>
                  <a:lnTo>
                    <a:pt x="1019502" y="956757"/>
                  </a:lnTo>
                  <a:lnTo>
                    <a:pt x="1047189" y="921869"/>
                  </a:lnTo>
                  <a:lnTo>
                    <a:pt x="1072177" y="884880"/>
                  </a:lnTo>
                  <a:lnTo>
                    <a:pt x="1094317" y="845937"/>
                  </a:lnTo>
                  <a:lnTo>
                    <a:pt x="1113460" y="805191"/>
                  </a:lnTo>
                  <a:lnTo>
                    <a:pt x="1129457" y="762791"/>
                  </a:lnTo>
                  <a:lnTo>
                    <a:pt x="1142159" y="718885"/>
                  </a:lnTo>
                  <a:lnTo>
                    <a:pt x="1151417" y="673623"/>
                  </a:lnTo>
                  <a:lnTo>
                    <a:pt x="1157080" y="627154"/>
                  </a:lnTo>
                  <a:lnTo>
                    <a:pt x="1159002" y="579627"/>
                  </a:lnTo>
                  <a:lnTo>
                    <a:pt x="1157080" y="532083"/>
                  </a:lnTo>
                  <a:lnTo>
                    <a:pt x="1151417" y="485597"/>
                  </a:lnTo>
                  <a:lnTo>
                    <a:pt x="1142159" y="440321"/>
                  </a:lnTo>
                  <a:lnTo>
                    <a:pt x="1129457" y="396402"/>
                  </a:lnTo>
                  <a:lnTo>
                    <a:pt x="1113460" y="353990"/>
                  </a:lnTo>
                  <a:lnTo>
                    <a:pt x="1094317" y="313234"/>
                  </a:lnTo>
                  <a:lnTo>
                    <a:pt x="1072177" y="274283"/>
                  </a:lnTo>
                  <a:lnTo>
                    <a:pt x="1047189" y="237286"/>
                  </a:lnTo>
                  <a:lnTo>
                    <a:pt x="1019502" y="202392"/>
                  </a:lnTo>
                  <a:lnTo>
                    <a:pt x="989266" y="169751"/>
                  </a:lnTo>
                  <a:lnTo>
                    <a:pt x="956630" y="139511"/>
                  </a:lnTo>
                  <a:lnTo>
                    <a:pt x="921742" y="111820"/>
                  </a:lnTo>
                  <a:lnTo>
                    <a:pt x="884753" y="86830"/>
                  </a:lnTo>
                  <a:lnTo>
                    <a:pt x="845810" y="64688"/>
                  </a:lnTo>
                  <a:lnTo>
                    <a:pt x="805064" y="45543"/>
                  </a:lnTo>
                  <a:lnTo>
                    <a:pt x="762664" y="29545"/>
                  </a:lnTo>
                  <a:lnTo>
                    <a:pt x="718758" y="16842"/>
                  </a:lnTo>
                  <a:lnTo>
                    <a:pt x="673496" y="7585"/>
                  </a:lnTo>
                  <a:lnTo>
                    <a:pt x="627027" y="1921"/>
                  </a:lnTo>
                  <a:lnTo>
                    <a:pt x="579500" y="0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40" rIns="0" bIns="0" rtlCol="0">
            <a:spAutoFit/>
          </a:bodyPr>
          <a:lstStyle/>
          <a:p>
            <a:pPr marL="2197735">
              <a:lnSpc>
                <a:spcPct val="100000"/>
              </a:lnSpc>
              <a:spcBef>
                <a:spcPts val="95"/>
              </a:spcBef>
            </a:pPr>
            <a:r>
              <a:rPr spc="-365" dirty="0"/>
              <a:t>OBJECTIVES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-4" y="0"/>
            <a:ext cx="5555615" cy="10287635"/>
            <a:chOff x="-4" y="0"/>
            <a:chExt cx="5555615" cy="10287635"/>
          </a:xfrm>
        </p:grpSpPr>
        <p:sp>
          <p:nvSpPr>
            <p:cNvPr id="7" name="object 7"/>
            <p:cNvSpPr/>
            <p:nvPr/>
          </p:nvSpPr>
          <p:spPr>
            <a:xfrm>
              <a:off x="627367" y="0"/>
              <a:ext cx="937260" cy="10287000"/>
            </a:xfrm>
            <a:custGeom>
              <a:avLst/>
              <a:gdLst/>
              <a:ahLst/>
              <a:cxnLst/>
              <a:rect l="l" t="t" r="r" b="b"/>
              <a:pathLst>
                <a:path w="937260" h="10287000">
                  <a:moveTo>
                    <a:pt x="937056" y="0"/>
                  </a:moveTo>
                  <a:lnTo>
                    <a:pt x="0" y="0"/>
                  </a:lnTo>
                  <a:lnTo>
                    <a:pt x="0" y="10287000"/>
                  </a:lnTo>
                  <a:lnTo>
                    <a:pt x="937056" y="10287000"/>
                  </a:lnTo>
                  <a:lnTo>
                    <a:pt x="937056" y="0"/>
                  </a:lnTo>
                  <a:close/>
                </a:path>
              </a:pathLst>
            </a:custGeom>
            <a:solidFill>
              <a:srgbClr val="ECDF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15999"/>
              <a:ext cx="1144270" cy="1892935"/>
            </a:xfrm>
            <a:custGeom>
              <a:avLst/>
              <a:gdLst/>
              <a:ahLst/>
              <a:cxnLst/>
              <a:rect l="l" t="t" r="r" b="b"/>
              <a:pathLst>
                <a:path w="1144270" h="1892935">
                  <a:moveTo>
                    <a:pt x="0" y="0"/>
                  </a:moveTo>
                  <a:lnTo>
                    <a:pt x="0" y="1658009"/>
                  </a:lnTo>
                  <a:lnTo>
                    <a:pt x="61612" y="1731358"/>
                  </a:lnTo>
                  <a:lnTo>
                    <a:pt x="131601" y="1796917"/>
                  </a:lnTo>
                  <a:lnTo>
                    <a:pt x="169970" y="1824817"/>
                  </a:lnTo>
                  <a:lnTo>
                    <a:pt x="210847" y="1848588"/>
                  </a:lnTo>
                  <a:lnTo>
                    <a:pt x="254428" y="1867574"/>
                  </a:lnTo>
                  <a:lnTo>
                    <a:pt x="301991" y="1881468"/>
                  </a:lnTo>
                  <a:lnTo>
                    <a:pt x="350535" y="1889618"/>
                  </a:lnTo>
                  <a:lnTo>
                    <a:pt x="399818" y="1892835"/>
                  </a:lnTo>
                  <a:lnTo>
                    <a:pt x="499635" y="1887710"/>
                  </a:lnTo>
                  <a:lnTo>
                    <a:pt x="697135" y="1853659"/>
                  </a:lnTo>
                  <a:lnTo>
                    <a:pt x="841835" y="1816157"/>
                  </a:lnTo>
                  <a:lnTo>
                    <a:pt x="932213" y="1778964"/>
                  </a:lnTo>
                  <a:lnTo>
                    <a:pt x="973774" y="1755212"/>
                  </a:lnTo>
                  <a:lnTo>
                    <a:pt x="1012115" y="1727355"/>
                  </a:lnTo>
                  <a:lnTo>
                    <a:pt x="1046636" y="1694895"/>
                  </a:lnTo>
                  <a:lnTo>
                    <a:pt x="1076737" y="1657332"/>
                  </a:lnTo>
                  <a:lnTo>
                    <a:pt x="1101510" y="1614832"/>
                  </a:lnTo>
                  <a:lnTo>
                    <a:pt x="1119869" y="1569653"/>
                  </a:lnTo>
                  <a:lnTo>
                    <a:pt x="1132556" y="1522332"/>
                  </a:lnTo>
                  <a:lnTo>
                    <a:pt x="1140313" y="1473407"/>
                  </a:lnTo>
                  <a:lnTo>
                    <a:pt x="1143881" y="1423417"/>
                  </a:lnTo>
                  <a:lnTo>
                    <a:pt x="1141418" y="1322392"/>
                  </a:lnTo>
                  <a:lnTo>
                    <a:pt x="1124436" y="1173604"/>
                  </a:lnTo>
                  <a:lnTo>
                    <a:pt x="1088144" y="977766"/>
                  </a:lnTo>
                  <a:lnTo>
                    <a:pt x="1036853" y="785295"/>
                  </a:lnTo>
                  <a:lnTo>
                    <a:pt x="968834" y="595314"/>
                  </a:lnTo>
                  <a:lnTo>
                    <a:pt x="922140" y="504796"/>
                  </a:lnTo>
                  <a:lnTo>
                    <a:pt x="893754" y="463171"/>
                  </a:lnTo>
                  <a:lnTo>
                    <a:pt x="861293" y="424940"/>
                  </a:lnTo>
                  <a:lnTo>
                    <a:pt x="824220" y="390829"/>
                  </a:lnTo>
                  <a:lnTo>
                    <a:pt x="784868" y="362957"/>
                  </a:lnTo>
                  <a:lnTo>
                    <a:pt x="743065" y="340127"/>
                  </a:lnTo>
                  <a:lnTo>
                    <a:pt x="699181" y="321536"/>
                  </a:lnTo>
                  <a:lnTo>
                    <a:pt x="606652" y="293858"/>
                  </a:lnTo>
                  <a:lnTo>
                    <a:pt x="364827" y="242598"/>
                  </a:lnTo>
                  <a:lnTo>
                    <a:pt x="271669" y="212391"/>
                  </a:lnTo>
                  <a:lnTo>
                    <a:pt x="227542" y="192260"/>
                  </a:lnTo>
                  <a:lnTo>
                    <a:pt x="185567" y="168767"/>
                  </a:lnTo>
                  <a:lnTo>
                    <a:pt x="107947" y="112621"/>
                  </a:lnTo>
                  <a:lnTo>
                    <a:pt x="38563" y="45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205" y="0"/>
              <a:ext cx="1123315" cy="517525"/>
            </a:xfrm>
            <a:custGeom>
              <a:avLst/>
              <a:gdLst/>
              <a:ahLst/>
              <a:cxnLst/>
              <a:rect l="l" t="t" r="r" b="b"/>
              <a:pathLst>
                <a:path w="1123315" h="517525">
                  <a:moveTo>
                    <a:pt x="1059869" y="0"/>
                  </a:moveTo>
                  <a:lnTo>
                    <a:pt x="0" y="0"/>
                  </a:lnTo>
                  <a:lnTo>
                    <a:pt x="27343" y="45451"/>
                  </a:lnTo>
                  <a:lnTo>
                    <a:pt x="81706" y="122376"/>
                  </a:lnTo>
                  <a:lnTo>
                    <a:pt x="142780" y="194155"/>
                  </a:lnTo>
                  <a:lnTo>
                    <a:pt x="209975" y="260238"/>
                  </a:lnTo>
                  <a:lnTo>
                    <a:pt x="282704" y="320072"/>
                  </a:lnTo>
                  <a:lnTo>
                    <a:pt x="360377" y="373106"/>
                  </a:lnTo>
                  <a:lnTo>
                    <a:pt x="442407" y="418787"/>
                  </a:lnTo>
                  <a:lnTo>
                    <a:pt x="528205" y="456564"/>
                  </a:lnTo>
                  <a:lnTo>
                    <a:pt x="572333" y="472317"/>
                  </a:lnTo>
                  <a:lnTo>
                    <a:pt x="617182" y="485886"/>
                  </a:lnTo>
                  <a:lnTo>
                    <a:pt x="662679" y="497203"/>
                  </a:lnTo>
                  <a:lnTo>
                    <a:pt x="708751" y="506200"/>
                  </a:lnTo>
                  <a:lnTo>
                    <a:pt x="755323" y="512806"/>
                  </a:lnTo>
                  <a:lnTo>
                    <a:pt x="809989" y="517007"/>
                  </a:lnTo>
                  <a:lnTo>
                    <a:pt x="864958" y="516057"/>
                  </a:lnTo>
                  <a:lnTo>
                    <a:pt x="918666" y="508260"/>
                  </a:lnTo>
                  <a:lnTo>
                    <a:pt x="969548" y="491921"/>
                  </a:lnTo>
                  <a:lnTo>
                    <a:pt x="1016039" y="465345"/>
                  </a:lnTo>
                  <a:lnTo>
                    <a:pt x="1049985" y="434719"/>
                  </a:lnTo>
                  <a:lnTo>
                    <a:pt x="1077278" y="398237"/>
                  </a:lnTo>
                  <a:lnTo>
                    <a:pt x="1098065" y="357243"/>
                  </a:lnTo>
                  <a:lnTo>
                    <a:pt x="1112492" y="313076"/>
                  </a:lnTo>
                  <a:lnTo>
                    <a:pt x="1120705" y="267080"/>
                  </a:lnTo>
                  <a:lnTo>
                    <a:pt x="1122849" y="220597"/>
                  </a:lnTo>
                  <a:lnTo>
                    <a:pt x="1118741" y="170556"/>
                  </a:lnTo>
                  <a:lnTo>
                    <a:pt x="1108932" y="121459"/>
                  </a:lnTo>
                  <a:lnTo>
                    <a:pt x="1093952" y="73579"/>
                  </a:lnTo>
                  <a:lnTo>
                    <a:pt x="1074330" y="27190"/>
                  </a:lnTo>
                  <a:lnTo>
                    <a:pt x="1059869" y="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6893229"/>
              <a:ext cx="3025775" cy="3394075"/>
            </a:xfrm>
            <a:custGeom>
              <a:avLst/>
              <a:gdLst/>
              <a:ahLst/>
              <a:cxnLst/>
              <a:rect l="l" t="t" r="r" b="b"/>
              <a:pathLst>
                <a:path w="3025775" h="3394075">
                  <a:moveTo>
                    <a:pt x="3025317" y="3393770"/>
                  </a:moveTo>
                  <a:lnTo>
                    <a:pt x="2995739" y="3359010"/>
                  </a:lnTo>
                  <a:lnTo>
                    <a:pt x="2961436" y="3324441"/>
                  </a:lnTo>
                  <a:lnTo>
                    <a:pt x="2924467" y="3292805"/>
                  </a:lnTo>
                  <a:lnTo>
                    <a:pt x="2884855" y="3264370"/>
                  </a:lnTo>
                  <a:lnTo>
                    <a:pt x="2842564" y="3239427"/>
                  </a:lnTo>
                  <a:lnTo>
                    <a:pt x="2795968" y="3217253"/>
                  </a:lnTo>
                  <a:lnTo>
                    <a:pt x="2747937" y="3198723"/>
                  </a:lnTo>
                  <a:lnTo>
                    <a:pt x="2698851" y="3182836"/>
                  </a:lnTo>
                  <a:lnTo>
                    <a:pt x="2649093" y="3168599"/>
                  </a:lnTo>
                  <a:lnTo>
                    <a:pt x="2549055" y="3141116"/>
                  </a:lnTo>
                  <a:lnTo>
                    <a:pt x="2499550" y="3125889"/>
                  </a:lnTo>
                  <a:lnTo>
                    <a:pt x="2450884" y="3108350"/>
                  </a:lnTo>
                  <a:lnTo>
                    <a:pt x="2405100" y="3088398"/>
                  </a:lnTo>
                  <a:lnTo>
                    <a:pt x="2360866" y="3065348"/>
                  </a:lnTo>
                  <a:lnTo>
                    <a:pt x="2318321" y="3039364"/>
                  </a:lnTo>
                  <a:lnTo>
                    <a:pt x="2278811" y="3011474"/>
                  </a:lnTo>
                  <a:lnTo>
                    <a:pt x="2230920" y="2941523"/>
                  </a:lnTo>
                  <a:lnTo>
                    <a:pt x="2206498" y="2897987"/>
                  </a:lnTo>
                  <a:lnTo>
                    <a:pt x="2184933" y="2852991"/>
                  </a:lnTo>
                  <a:lnTo>
                    <a:pt x="2166340" y="2806725"/>
                  </a:lnTo>
                  <a:lnTo>
                    <a:pt x="2150859" y="2759329"/>
                  </a:lnTo>
                  <a:lnTo>
                    <a:pt x="2138616" y="2710967"/>
                  </a:lnTo>
                  <a:lnTo>
                    <a:pt x="2129752" y="2661831"/>
                  </a:lnTo>
                  <a:lnTo>
                    <a:pt x="2124240" y="2614815"/>
                  </a:lnTo>
                  <a:lnTo>
                    <a:pt x="2120925" y="2567178"/>
                  </a:lnTo>
                  <a:lnTo>
                    <a:pt x="2119274" y="2519083"/>
                  </a:lnTo>
                  <a:lnTo>
                    <a:pt x="2118715" y="2470734"/>
                  </a:lnTo>
                  <a:lnTo>
                    <a:pt x="2118766" y="2373947"/>
                  </a:lnTo>
                  <a:lnTo>
                    <a:pt x="2118271" y="2325865"/>
                  </a:lnTo>
                  <a:lnTo>
                    <a:pt x="2116709" y="2278227"/>
                  </a:lnTo>
                  <a:lnTo>
                    <a:pt x="2113521" y="2231212"/>
                  </a:lnTo>
                  <a:lnTo>
                    <a:pt x="2108174" y="2185009"/>
                  </a:lnTo>
                  <a:lnTo>
                    <a:pt x="2100122" y="2139785"/>
                  </a:lnTo>
                  <a:lnTo>
                    <a:pt x="2088807" y="2095728"/>
                  </a:lnTo>
                  <a:lnTo>
                    <a:pt x="2073706" y="2053005"/>
                  </a:lnTo>
                  <a:lnTo>
                    <a:pt x="2054250" y="2011807"/>
                  </a:lnTo>
                  <a:lnTo>
                    <a:pt x="2029917" y="1972310"/>
                  </a:lnTo>
                  <a:lnTo>
                    <a:pt x="1999335" y="1934044"/>
                  </a:lnTo>
                  <a:lnTo>
                    <a:pt x="1964664" y="1900097"/>
                  </a:lnTo>
                  <a:lnTo>
                    <a:pt x="1926424" y="1870227"/>
                  </a:lnTo>
                  <a:lnTo>
                    <a:pt x="1897138" y="1851774"/>
                  </a:lnTo>
                  <a:lnTo>
                    <a:pt x="1877517" y="1819910"/>
                  </a:lnTo>
                  <a:lnTo>
                    <a:pt x="1846935" y="1781644"/>
                  </a:lnTo>
                  <a:lnTo>
                    <a:pt x="1812264" y="1747697"/>
                  </a:lnTo>
                  <a:lnTo>
                    <a:pt x="1774024" y="1717827"/>
                  </a:lnTo>
                  <a:lnTo>
                    <a:pt x="1732699" y="1691779"/>
                  </a:lnTo>
                  <a:lnTo>
                    <a:pt x="1688820" y="1669326"/>
                  </a:lnTo>
                  <a:lnTo>
                    <a:pt x="1642872" y="1650212"/>
                  </a:lnTo>
                  <a:lnTo>
                    <a:pt x="1595805" y="1634337"/>
                  </a:lnTo>
                  <a:lnTo>
                    <a:pt x="1596186" y="1634413"/>
                  </a:lnTo>
                  <a:lnTo>
                    <a:pt x="1546821" y="1621015"/>
                  </a:lnTo>
                  <a:lnTo>
                    <a:pt x="1497723" y="1610448"/>
                  </a:lnTo>
                  <a:lnTo>
                    <a:pt x="1448600" y="1602244"/>
                  </a:lnTo>
                  <a:lnTo>
                    <a:pt x="1399489" y="1595843"/>
                  </a:lnTo>
                  <a:lnTo>
                    <a:pt x="1350162" y="1590560"/>
                  </a:lnTo>
                  <a:lnTo>
                    <a:pt x="1201877" y="1576666"/>
                  </a:lnTo>
                  <a:lnTo>
                    <a:pt x="1152664" y="1571091"/>
                  </a:lnTo>
                  <a:lnTo>
                    <a:pt x="1103744" y="1564271"/>
                  </a:lnTo>
                  <a:lnTo>
                    <a:pt x="1055192" y="1555711"/>
                  </a:lnTo>
                  <a:lnTo>
                    <a:pt x="1007122" y="1544955"/>
                  </a:lnTo>
                  <a:lnTo>
                    <a:pt x="959624" y="1531505"/>
                  </a:lnTo>
                  <a:lnTo>
                    <a:pt x="914565" y="1515630"/>
                  </a:lnTo>
                  <a:lnTo>
                    <a:pt x="870877" y="1497076"/>
                  </a:lnTo>
                  <a:lnTo>
                    <a:pt x="828586" y="1475955"/>
                  </a:lnTo>
                  <a:lnTo>
                    <a:pt x="787704" y="1452410"/>
                  </a:lnTo>
                  <a:lnTo>
                    <a:pt x="748258" y="1426540"/>
                  </a:lnTo>
                  <a:lnTo>
                    <a:pt x="710260" y="1398485"/>
                  </a:lnTo>
                  <a:lnTo>
                    <a:pt x="666432" y="1343456"/>
                  </a:lnTo>
                  <a:lnTo>
                    <a:pt x="639216" y="1303515"/>
                  </a:lnTo>
                  <a:lnTo>
                    <a:pt x="613613" y="1262367"/>
                  </a:lnTo>
                  <a:lnTo>
                    <a:pt x="589661" y="1220127"/>
                  </a:lnTo>
                  <a:lnTo>
                    <a:pt x="567372" y="1176934"/>
                  </a:lnTo>
                  <a:lnTo>
                    <a:pt x="546773" y="1132903"/>
                  </a:lnTo>
                  <a:lnTo>
                    <a:pt x="527875" y="1088148"/>
                  </a:lnTo>
                  <a:lnTo>
                    <a:pt x="510705" y="1042809"/>
                  </a:lnTo>
                  <a:lnTo>
                    <a:pt x="495287" y="997000"/>
                  </a:lnTo>
                  <a:lnTo>
                    <a:pt x="481634" y="950849"/>
                  </a:lnTo>
                  <a:lnTo>
                    <a:pt x="469392" y="903287"/>
                  </a:lnTo>
                  <a:lnTo>
                    <a:pt x="458609" y="855433"/>
                  </a:lnTo>
                  <a:lnTo>
                    <a:pt x="449249" y="807300"/>
                  </a:lnTo>
                  <a:lnTo>
                    <a:pt x="441223" y="758926"/>
                  </a:lnTo>
                  <a:lnTo>
                    <a:pt x="434441" y="710361"/>
                  </a:lnTo>
                  <a:lnTo>
                    <a:pt x="428853" y="661631"/>
                  </a:lnTo>
                  <a:lnTo>
                    <a:pt x="424357" y="612775"/>
                  </a:lnTo>
                  <a:lnTo>
                    <a:pt x="420890" y="563816"/>
                  </a:lnTo>
                  <a:lnTo>
                    <a:pt x="418376" y="514807"/>
                  </a:lnTo>
                  <a:lnTo>
                    <a:pt x="416737" y="465772"/>
                  </a:lnTo>
                  <a:lnTo>
                    <a:pt x="415912" y="416750"/>
                  </a:lnTo>
                  <a:lnTo>
                    <a:pt x="416191" y="375577"/>
                  </a:lnTo>
                  <a:lnTo>
                    <a:pt x="416191" y="331749"/>
                  </a:lnTo>
                  <a:lnTo>
                    <a:pt x="413664" y="287769"/>
                  </a:lnTo>
                  <a:lnTo>
                    <a:pt x="406323" y="246113"/>
                  </a:lnTo>
                  <a:lnTo>
                    <a:pt x="391922" y="209270"/>
                  </a:lnTo>
                  <a:lnTo>
                    <a:pt x="332841" y="159931"/>
                  </a:lnTo>
                  <a:lnTo>
                    <a:pt x="283641" y="152400"/>
                  </a:lnTo>
                  <a:lnTo>
                    <a:pt x="262445" y="156057"/>
                  </a:lnTo>
                  <a:lnTo>
                    <a:pt x="261264" y="135369"/>
                  </a:lnTo>
                  <a:lnTo>
                    <a:pt x="253923" y="93713"/>
                  </a:lnTo>
                  <a:lnTo>
                    <a:pt x="239522" y="56870"/>
                  </a:lnTo>
                  <a:lnTo>
                    <a:pt x="180441" y="7531"/>
                  </a:lnTo>
                  <a:lnTo>
                    <a:pt x="131241" y="0"/>
                  </a:lnTo>
                  <a:lnTo>
                    <a:pt x="89090" y="7251"/>
                  </a:lnTo>
                  <a:lnTo>
                    <a:pt x="52705" y="28244"/>
                  </a:lnTo>
                  <a:lnTo>
                    <a:pt x="21412" y="60096"/>
                  </a:lnTo>
                  <a:lnTo>
                    <a:pt x="0" y="91935"/>
                  </a:lnTo>
                  <a:lnTo>
                    <a:pt x="0" y="616877"/>
                  </a:lnTo>
                  <a:lnTo>
                    <a:pt x="0" y="3393770"/>
                  </a:lnTo>
                  <a:lnTo>
                    <a:pt x="2998279" y="3393770"/>
                  </a:lnTo>
                  <a:lnTo>
                    <a:pt x="3025317" y="3393770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2925" y="9202369"/>
              <a:ext cx="5393690" cy="49530"/>
            </a:xfrm>
            <a:custGeom>
              <a:avLst/>
              <a:gdLst/>
              <a:ahLst/>
              <a:cxnLst/>
              <a:rect l="l" t="t" r="r" b="b"/>
              <a:pathLst>
                <a:path w="5393690" h="49529">
                  <a:moveTo>
                    <a:pt x="0" y="49403"/>
                  </a:moveTo>
                  <a:lnTo>
                    <a:pt x="5393385" y="0"/>
                  </a:lnTo>
                </a:path>
              </a:pathLst>
            </a:custGeom>
            <a:ln w="38100">
              <a:solidFill>
                <a:srgbClr val="A782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4105382" y="660908"/>
            <a:ext cx="671830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50" b="1" spc="-345" dirty="0">
                <a:solidFill>
                  <a:srgbClr val="331C2C"/>
                </a:solidFill>
                <a:latin typeface="Trebuchet MS"/>
                <a:cs typeface="Trebuchet MS"/>
              </a:rPr>
              <a:t>10</a:t>
            </a:r>
            <a:endParaRPr sz="485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636091" y="-1"/>
            <a:ext cx="3652520" cy="3553460"/>
          </a:xfrm>
          <a:custGeom>
            <a:avLst/>
            <a:gdLst/>
            <a:ahLst/>
            <a:cxnLst/>
            <a:rect l="l" t="t" r="r" b="b"/>
            <a:pathLst>
              <a:path w="3652519" h="3553460">
                <a:moveTo>
                  <a:pt x="3644823" y="3553300"/>
                </a:moveTo>
                <a:lnTo>
                  <a:pt x="3651903" y="3553230"/>
                </a:lnTo>
                <a:lnTo>
                  <a:pt x="3651907" y="0"/>
                </a:lnTo>
                <a:lnTo>
                  <a:pt x="0" y="0"/>
                </a:lnTo>
                <a:lnTo>
                  <a:pt x="6839" y="52723"/>
                </a:lnTo>
                <a:lnTo>
                  <a:pt x="14443" y="101394"/>
                </a:lnTo>
                <a:lnTo>
                  <a:pt x="23393" y="149749"/>
                </a:lnTo>
                <a:lnTo>
                  <a:pt x="33857" y="197731"/>
                </a:lnTo>
                <a:lnTo>
                  <a:pt x="45998" y="245287"/>
                </a:lnTo>
                <a:lnTo>
                  <a:pt x="59985" y="292359"/>
                </a:lnTo>
                <a:lnTo>
                  <a:pt x="75981" y="338892"/>
                </a:lnTo>
                <a:lnTo>
                  <a:pt x="94298" y="384880"/>
                </a:lnTo>
                <a:lnTo>
                  <a:pt x="115114" y="430039"/>
                </a:lnTo>
                <a:lnTo>
                  <a:pt x="138390" y="474093"/>
                </a:lnTo>
                <a:lnTo>
                  <a:pt x="164089" y="516766"/>
                </a:lnTo>
                <a:lnTo>
                  <a:pt x="192169" y="557781"/>
                </a:lnTo>
                <a:lnTo>
                  <a:pt x="222594" y="596863"/>
                </a:lnTo>
                <a:lnTo>
                  <a:pt x="255324" y="633734"/>
                </a:lnTo>
                <a:lnTo>
                  <a:pt x="290319" y="668118"/>
                </a:lnTo>
                <a:lnTo>
                  <a:pt x="327542" y="699740"/>
                </a:lnTo>
                <a:lnTo>
                  <a:pt x="366954" y="728322"/>
                </a:lnTo>
                <a:lnTo>
                  <a:pt x="408514" y="753588"/>
                </a:lnTo>
                <a:lnTo>
                  <a:pt x="452186" y="775263"/>
                </a:lnTo>
                <a:lnTo>
                  <a:pt x="497929" y="793069"/>
                </a:lnTo>
                <a:lnTo>
                  <a:pt x="547467" y="807442"/>
                </a:lnTo>
                <a:lnTo>
                  <a:pt x="597838" y="817997"/>
                </a:lnTo>
                <a:lnTo>
                  <a:pt x="648828" y="825773"/>
                </a:lnTo>
                <a:lnTo>
                  <a:pt x="700219" y="831811"/>
                </a:lnTo>
                <a:lnTo>
                  <a:pt x="803344" y="842824"/>
                </a:lnTo>
                <a:lnTo>
                  <a:pt x="854645" y="849877"/>
                </a:lnTo>
                <a:lnTo>
                  <a:pt x="905485" y="859348"/>
                </a:lnTo>
                <a:lnTo>
                  <a:pt x="953868" y="871659"/>
                </a:lnTo>
                <a:lnTo>
                  <a:pt x="1001217" y="887280"/>
                </a:lnTo>
                <a:lnTo>
                  <a:pt x="1047378" y="906069"/>
                </a:lnTo>
                <a:lnTo>
                  <a:pt x="1092196" y="927883"/>
                </a:lnTo>
                <a:lnTo>
                  <a:pt x="1135518" y="952582"/>
                </a:lnTo>
                <a:lnTo>
                  <a:pt x="1177189" y="980023"/>
                </a:lnTo>
                <a:lnTo>
                  <a:pt x="1217054" y="1010065"/>
                </a:lnTo>
                <a:lnTo>
                  <a:pt x="1254959" y="1042565"/>
                </a:lnTo>
                <a:lnTo>
                  <a:pt x="1290750" y="1077381"/>
                </a:lnTo>
                <a:lnTo>
                  <a:pt x="1324272" y="1114373"/>
                </a:lnTo>
                <a:lnTo>
                  <a:pt x="1355371" y="1153397"/>
                </a:lnTo>
                <a:lnTo>
                  <a:pt x="1383893" y="1194312"/>
                </a:lnTo>
                <a:lnTo>
                  <a:pt x="1409683" y="1236976"/>
                </a:lnTo>
                <a:lnTo>
                  <a:pt x="1432587" y="1281248"/>
                </a:lnTo>
                <a:lnTo>
                  <a:pt x="1452451" y="1326985"/>
                </a:lnTo>
                <a:lnTo>
                  <a:pt x="1469120" y="1374045"/>
                </a:lnTo>
                <a:lnTo>
                  <a:pt x="1482124" y="1419546"/>
                </a:lnTo>
                <a:lnTo>
                  <a:pt x="1493060" y="1466017"/>
                </a:lnTo>
                <a:lnTo>
                  <a:pt x="1502436" y="1513194"/>
                </a:lnTo>
                <a:lnTo>
                  <a:pt x="1510761" y="1560813"/>
                </a:lnTo>
                <a:lnTo>
                  <a:pt x="1526296" y="1656322"/>
                </a:lnTo>
                <a:lnTo>
                  <a:pt x="1534524" y="1703683"/>
                </a:lnTo>
                <a:lnTo>
                  <a:pt x="1543739" y="1750431"/>
                </a:lnTo>
                <a:lnTo>
                  <a:pt x="1554449" y="1796300"/>
                </a:lnTo>
                <a:lnTo>
                  <a:pt x="1567163" y="1841028"/>
                </a:lnTo>
                <a:lnTo>
                  <a:pt x="1582391" y="1884350"/>
                </a:lnTo>
                <a:lnTo>
                  <a:pt x="1600642" y="1926002"/>
                </a:lnTo>
                <a:lnTo>
                  <a:pt x="1622425" y="1965720"/>
                </a:lnTo>
                <a:lnTo>
                  <a:pt x="1648249" y="2003240"/>
                </a:lnTo>
                <a:lnTo>
                  <a:pt x="1678623" y="2038298"/>
                </a:lnTo>
                <a:lnTo>
                  <a:pt x="1714956" y="2071130"/>
                </a:lnTo>
                <a:lnTo>
                  <a:pt x="1754625" y="2099042"/>
                </a:lnTo>
                <a:lnTo>
                  <a:pt x="1797169" y="2122356"/>
                </a:lnTo>
                <a:lnTo>
                  <a:pt x="1842129" y="2141397"/>
                </a:lnTo>
                <a:lnTo>
                  <a:pt x="2532500" y="2166583"/>
                </a:lnTo>
                <a:lnTo>
                  <a:pt x="2581666" y="2169465"/>
                </a:lnTo>
                <a:lnTo>
                  <a:pt x="2630700" y="2175085"/>
                </a:lnTo>
                <a:lnTo>
                  <a:pt x="2677712" y="2183494"/>
                </a:lnTo>
                <a:lnTo>
                  <a:pt x="2723803" y="2194769"/>
                </a:lnTo>
                <a:lnTo>
                  <a:pt x="2768933" y="2208794"/>
                </a:lnTo>
                <a:lnTo>
                  <a:pt x="2813060" y="2225450"/>
                </a:lnTo>
                <a:lnTo>
                  <a:pt x="2856146" y="2244618"/>
                </a:lnTo>
                <a:lnTo>
                  <a:pt x="2898148" y="2266182"/>
                </a:lnTo>
                <a:lnTo>
                  <a:pt x="2939026" y="2290023"/>
                </a:lnTo>
                <a:lnTo>
                  <a:pt x="2978740" y="2316024"/>
                </a:lnTo>
                <a:lnTo>
                  <a:pt x="3017250" y="2344065"/>
                </a:lnTo>
                <a:lnTo>
                  <a:pt x="3054515" y="2374031"/>
                </a:lnTo>
                <a:lnTo>
                  <a:pt x="3090495" y="2405802"/>
                </a:lnTo>
                <a:lnTo>
                  <a:pt x="3125149" y="2439261"/>
                </a:lnTo>
                <a:lnTo>
                  <a:pt x="3158436" y="2474290"/>
                </a:lnTo>
                <a:lnTo>
                  <a:pt x="3190316" y="2510770"/>
                </a:lnTo>
                <a:lnTo>
                  <a:pt x="3220749" y="2548585"/>
                </a:lnTo>
                <a:lnTo>
                  <a:pt x="3249694" y="2587616"/>
                </a:lnTo>
                <a:lnTo>
                  <a:pt x="3277111" y="2627745"/>
                </a:lnTo>
                <a:lnTo>
                  <a:pt x="3302958" y="2668854"/>
                </a:lnTo>
                <a:lnTo>
                  <a:pt x="3327197" y="2710826"/>
                </a:lnTo>
                <a:lnTo>
                  <a:pt x="3349785" y="2753542"/>
                </a:lnTo>
                <a:lnTo>
                  <a:pt x="3370684" y="2796885"/>
                </a:lnTo>
                <a:lnTo>
                  <a:pt x="3390430" y="2841833"/>
                </a:lnTo>
                <a:lnTo>
                  <a:pt x="3408762" y="2887321"/>
                </a:lnTo>
                <a:lnTo>
                  <a:pt x="3425749" y="2933303"/>
                </a:lnTo>
                <a:lnTo>
                  <a:pt x="3441460" y="2979732"/>
                </a:lnTo>
                <a:lnTo>
                  <a:pt x="3455964" y="3026559"/>
                </a:lnTo>
                <a:lnTo>
                  <a:pt x="3469330" y="3073739"/>
                </a:lnTo>
                <a:lnTo>
                  <a:pt x="3481629" y="3121223"/>
                </a:lnTo>
                <a:lnTo>
                  <a:pt x="3492928" y="3168966"/>
                </a:lnTo>
                <a:lnTo>
                  <a:pt x="3503297" y="3216919"/>
                </a:lnTo>
                <a:lnTo>
                  <a:pt x="3512805" y="3265036"/>
                </a:lnTo>
                <a:lnTo>
                  <a:pt x="3521522" y="3313269"/>
                </a:lnTo>
                <a:lnTo>
                  <a:pt x="3527871" y="3353945"/>
                </a:lnTo>
                <a:lnTo>
                  <a:pt x="3534918" y="3397184"/>
                </a:lnTo>
                <a:lnTo>
                  <a:pt x="3544498" y="3440171"/>
                </a:lnTo>
                <a:lnTo>
                  <a:pt x="3558444" y="3480090"/>
                </a:lnTo>
                <a:lnTo>
                  <a:pt x="3578591" y="3514129"/>
                </a:lnTo>
                <a:lnTo>
                  <a:pt x="3606772" y="3539470"/>
                </a:lnTo>
                <a:lnTo>
                  <a:pt x="3644823" y="3553300"/>
                </a:lnTo>
                <a:close/>
              </a:path>
              <a:path w="3652519" h="3553460">
                <a:moveTo>
                  <a:pt x="2087062" y="2183820"/>
                </a:moveTo>
                <a:lnTo>
                  <a:pt x="2136855" y="2184012"/>
                </a:lnTo>
                <a:lnTo>
                  <a:pt x="2186345" y="2182416"/>
                </a:lnTo>
                <a:lnTo>
                  <a:pt x="2235866" y="2179686"/>
                </a:lnTo>
                <a:lnTo>
                  <a:pt x="2384411" y="2169527"/>
                </a:lnTo>
                <a:lnTo>
                  <a:pt x="2433852" y="2167098"/>
                </a:lnTo>
                <a:lnTo>
                  <a:pt x="2483222" y="2165956"/>
                </a:lnTo>
                <a:lnTo>
                  <a:pt x="2532500" y="2166583"/>
                </a:lnTo>
                <a:lnTo>
                  <a:pt x="1853039" y="2144906"/>
                </a:lnTo>
                <a:lnTo>
                  <a:pt x="1889045" y="2156488"/>
                </a:lnTo>
                <a:lnTo>
                  <a:pt x="1937456" y="2167953"/>
                </a:lnTo>
                <a:lnTo>
                  <a:pt x="1986450" y="2176039"/>
                </a:lnTo>
                <a:lnTo>
                  <a:pt x="1986061" y="2176027"/>
                </a:lnTo>
                <a:lnTo>
                  <a:pt x="2036925" y="2181295"/>
                </a:lnTo>
                <a:lnTo>
                  <a:pt x="2087062" y="2183820"/>
                </a:lnTo>
                <a:close/>
              </a:path>
            </a:pathLst>
          </a:custGeom>
          <a:solidFill>
            <a:srgbClr val="CEB3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14282928" y="7871637"/>
            <a:ext cx="4005579" cy="2415540"/>
            <a:chOff x="14282928" y="7871637"/>
            <a:chExt cx="4005579" cy="2415540"/>
          </a:xfrm>
        </p:grpSpPr>
        <p:sp>
          <p:nvSpPr>
            <p:cNvPr id="15" name="object 15"/>
            <p:cNvSpPr/>
            <p:nvPr/>
          </p:nvSpPr>
          <p:spPr>
            <a:xfrm>
              <a:off x="14282928" y="9202369"/>
              <a:ext cx="2945765" cy="0"/>
            </a:xfrm>
            <a:custGeom>
              <a:avLst/>
              <a:gdLst/>
              <a:ahLst/>
              <a:cxnLst/>
              <a:rect l="l" t="t" r="r" b="b"/>
              <a:pathLst>
                <a:path w="2945765">
                  <a:moveTo>
                    <a:pt x="0" y="0"/>
                  </a:moveTo>
                  <a:lnTo>
                    <a:pt x="2945637" y="0"/>
                  </a:lnTo>
                </a:path>
              </a:pathLst>
            </a:custGeom>
            <a:ln w="38100">
              <a:solidFill>
                <a:srgbClr val="A782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949835" y="7871637"/>
              <a:ext cx="1338580" cy="2077085"/>
            </a:xfrm>
            <a:custGeom>
              <a:avLst/>
              <a:gdLst/>
              <a:ahLst/>
              <a:cxnLst/>
              <a:rect l="l" t="t" r="r" b="b"/>
              <a:pathLst>
                <a:path w="1338580" h="2077084">
                  <a:moveTo>
                    <a:pt x="1338164" y="2076901"/>
                  </a:moveTo>
                  <a:lnTo>
                    <a:pt x="1338164" y="376508"/>
                  </a:lnTo>
                  <a:lnTo>
                    <a:pt x="1263776" y="277335"/>
                  </a:lnTo>
                  <a:lnTo>
                    <a:pt x="1160036" y="158914"/>
                  </a:lnTo>
                  <a:lnTo>
                    <a:pt x="1081212" y="90898"/>
                  </a:lnTo>
                  <a:lnTo>
                    <a:pt x="1038356" y="62333"/>
                  </a:lnTo>
                  <a:lnTo>
                    <a:pt x="992962" y="38357"/>
                  </a:lnTo>
                  <a:lnTo>
                    <a:pt x="944847" y="19692"/>
                  </a:lnTo>
                  <a:lnTo>
                    <a:pt x="898483" y="7841"/>
                  </a:lnTo>
                  <a:lnTo>
                    <a:pt x="851460" y="1025"/>
                  </a:lnTo>
                  <a:lnTo>
                    <a:pt x="756070" y="0"/>
                  </a:lnTo>
                  <a:lnTo>
                    <a:pt x="659947" y="11616"/>
                  </a:lnTo>
                  <a:lnTo>
                    <a:pt x="422444" y="65556"/>
                  </a:lnTo>
                  <a:lnTo>
                    <a:pt x="282762" y="112297"/>
                  </a:lnTo>
                  <a:lnTo>
                    <a:pt x="197148" y="155390"/>
                  </a:lnTo>
                  <a:lnTo>
                    <a:pt x="158111" y="181678"/>
                  </a:lnTo>
                  <a:lnTo>
                    <a:pt x="122263" y="211643"/>
                  </a:lnTo>
                  <a:lnTo>
                    <a:pt x="90108" y="245673"/>
                  </a:lnTo>
                  <a:lnTo>
                    <a:pt x="62154" y="284156"/>
                  </a:lnTo>
                  <a:lnTo>
                    <a:pt x="39575" y="325970"/>
                  </a:lnTo>
                  <a:lnTo>
                    <a:pt x="22660" y="369905"/>
                  </a:lnTo>
                  <a:lnTo>
                    <a:pt x="10827" y="415573"/>
                  </a:lnTo>
                  <a:lnTo>
                    <a:pt x="3493" y="462589"/>
                  </a:lnTo>
                  <a:lnTo>
                    <a:pt x="0" y="559114"/>
                  </a:lnTo>
                  <a:lnTo>
                    <a:pt x="13965" y="704332"/>
                  </a:lnTo>
                  <a:lnTo>
                    <a:pt x="61396" y="949263"/>
                  </a:lnTo>
                  <a:lnTo>
                    <a:pt x="130452" y="1189002"/>
                  </a:lnTo>
                  <a:lnTo>
                    <a:pt x="220215" y="1418845"/>
                  </a:lnTo>
                  <a:lnTo>
                    <a:pt x="265991" y="1504373"/>
                  </a:lnTo>
                  <a:lnTo>
                    <a:pt x="322317" y="1581812"/>
                  </a:lnTo>
                  <a:lnTo>
                    <a:pt x="355358" y="1616136"/>
                  </a:lnTo>
                  <a:lnTo>
                    <a:pt x="392143" y="1646803"/>
                  </a:lnTo>
                  <a:lnTo>
                    <a:pt x="432595" y="1673313"/>
                  </a:lnTo>
                  <a:lnTo>
                    <a:pt x="475145" y="1695012"/>
                  </a:lnTo>
                  <a:lnTo>
                    <a:pt x="519508" y="1712597"/>
                  </a:lnTo>
                  <a:lnTo>
                    <a:pt x="612514" y="1738222"/>
                  </a:lnTo>
                  <a:lnTo>
                    <a:pt x="952779" y="1801027"/>
                  </a:lnTo>
                  <a:lnTo>
                    <a:pt x="1045199" y="1834428"/>
                  </a:lnTo>
                  <a:lnTo>
                    <a:pt x="1131002" y="1881186"/>
                  </a:lnTo>
                  <a:lnTo>
                    <a:pt x="1209272" y="1939488"/>
                  </a:lnTo>
                  <a:lnTo>
                    <a:pt x="1280162" y="2007669"/>
                  </a:lnTo>
                  <a:lnTo>
                    <a:pt x="1338164" y="2076901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962415" y="9835537"/>
              <a:ext cx="1177925" cy="451484"/>
            </a:xfrm>
            <a:custGeom>
              <a:avLst/>
              <a:gdLst/>
              <a:ahLst/>
              <a:cxnLst/>
              <a:rect l="l" t="t" r="r" b="b"/>
              <a:pathLst>
                <a:path w="1177925" h="451484">
                  <a:moveTo>
                    <a:pt x="1177605" y="451460"/>
                  </a:moveTo>
                  <a:lnTo>
                    <a:pt x="1124227" y="384704"/>
                  </a:lnTo>
                  <a:lnTo>
                    <a:pt x="1059090" y="315528"/>
                  </a:lnTo>
                  <a:lnTo>
                    <a:pt x="988486" y="251949"/>
                  </a:lnTo>
                  <a:lnTo>
                    <a:pt x="912945" y="194425"/>
                  </a:lnTo>
                  <a:lnTo>
                    <a:pt x="832997" y="143415"/>
                  </a:lnTo>
                  <a:lnTo>
                    <a:pt x="749174" y="99378"/>
                  </a:lnTo>
                  <a:lnTo>
                    <a:pt x="662006" y="62772"/>
                  </a:lnTo>
                  <a:lnTo>
                    <a:pt x="572024" y="34055"/>
                  </a:lnTo>
                  <a:lnTo>
                    <a:pt x="479757" y="13685"/>
                  </a:lnTo>
                  <a:lnTo>
                    <a:pt x="385738" y="2121"/>
                  </a:lnTo>
                  <a:lnTo>
                    <a:pt x="336221" y="0"/>
                  </a:lnTo>
                  <a:lnTo>
                    <a:pt x="286430" y="1563"/>
                  </a:lnTo>
                  <a:lnTo>
                    <a:pt x="237390" y="7835"/>
                  </a:lnTo>
                  <a:lnTo>
                    <a:pt x="190125" y="19840"/>
                  </a:lnTo>
                  <a:lnTo>
                    <a:pt x="145662" y="38603"/>
                  </a:lnTo>
                  <a:lnTo>
                    <a:pt x="105026" y="65147"/>
                  </a:lnTo>
                  <a:lnTo>
                    <a:pt x="69559" y="99871"/>
                  </a:lnTo>
                  <a:lnTo>
                    <a:pt x="41568" y="140653"/>
                  </a:lnTo>
                  <a:lnTo>
                    <a:pt x="20834" y="186042"/>
                  </a:lnTo>
                  <a:lnTo>
                    <a:pt x="7140" y="234589"/>
                  </a:lnTo>
                  <a:lnTo>
                    <a:pt x="268" y="284847"/>
                  </a:lnTo>
                  <a:lnTo>
                    <a:pt x="0" y="335364"/>
                  </a:lnTo>
                  <a:lnTo>
                    <a:pt x="5489" y="382766"/>
                  </a:lnTo>
                  <a:lnTo>
                    <a:pt x="15738" y="429216"/>
                  </a:lnTo>
                  <a:lnTo>
                    <a:pt x="22911" y="451457"/>
                  </a:lnTo>
                  <a:lnTo>
                    <a:pt x="1177605" y="45146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256282" y="3087751"/>
            <a:ext cx="13046075" cy="270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B71E42"/>
              </a:buClr>
              <a:buFont typeface="Arial MT"/>
              <a:buChar char="•"/>
              <a:tabLst>
                <a:tab pos="354965" algn="l"/>
              </a:tabLst>
            </a:pPr>
            <a:r>
              <a:rPr sz="3000" spc="-204" dirty="0">
                <a:latin typeface="Trebuchet MS"/>
                <a:cs typeface="Trebuchet MS"/>
              </a:rPr>
              <a:t>Additionally,</a:t>
            </a:r>
            <a:r>
              <a:rPr sz="3000" spc="-365" dirty="0">
                <a:latin typeface="Trebuchet MS"/>
                <a:cs typeface="Trebuchet MS"/>
              </a:rPr>
              <a:t> </a:t>
            </a:r>
            <a:r>
              <a:rPr sz="3000" spc="-200" dirty="0">
                <a:latin typeface="Trebuchet MS"/>
                <a:cs typeface="Trebuchet MS"/>
              </a:rPr>
              <a:t>it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130" dirty="0">
                <a:latin typeface="Trebuchet MS"/>
                <a:cs typeface="Trebuchet MS"/>
              </a:rPr>
              <a:t>seeks</a:t>
            </a:r>
            <a:r>
              <a:rPr sz="3000" spc="-75" dirty="0">
                <a:latin typeface="Trebuchet MS"/>
                <a:cs typeface="Trebuchet MS"/>
              </a:rPr>
              <a:t> </a:t>
            </a:r>
            <a:r>
              <a:rPr sz="3000" spc="-20" dirty="0">
                <a:latin typeface="Trebuchet MS"/>
                <a:cs typeface="Trebuchet MS"/>
              </a:rPr>
              <a:t>to</a:t>
            </a:r>
            <a:r>
              <a:rPr sz="3000" spc="-65" dirty="0">
                <a:latin typeface="Trebuchet MS"/>
                <a:cs typeface="Trebuchet MS"/>
              </a:rPr>
              <a:t> </a:t>
            </a:r>
            <a:r>
              <a:rPr sz="3000" spc="-210" dirty="0">
                <a:latin typeface="Trebuchet MS"/>
                <a:cs typeface="Trebuchet MS"/>
              </a:rPr>
              <a:t>leverage</a:t>
            </a:r>
            <a:r>
              <a:rPr sz="3000" spc="-70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cloud</a:t>
            </a:r>
            <a:endParaRPr sz="3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2220"/>
              </a:spcBef>
              <a:buClr>
                <a:srgbClr val="B71E42"/>
              </a:buClr>
              <a:buFont typeface="Arial MT"/>
              <a:buChar char="•"/>
              <a:tabLst>
                <a:tab pos="354965" algn="l"/>
              </a:tabLst>
            </a:pPr>
            <a:r>
              <a:rPr sz="3000" spc="-220" dirty="0">
                <a:latin typeface="Trebuchet MS"/>
                <a:cs typeface="Trebuchet MS"/>
              </a:rPr>
              <a:t>capabilities</a:t>
            </a:r>
            <a:r>
              <a:rPr sz="3000" spc="-25" dirty="0">
                <a:latin typeface="Trebuchet MS"/>
                <a:cs typeface="Trebuchet MS"/>
              </a:rPr>
              <a:t> </a:t>
            </a:r>
            <a:r>
              <a:rPr sz="3000" spc="-105" dirty="0">
                <a:latin typeface="Trebuchet MS"/>
                <a:cs typeface="Trebuchet MS"/>
              </a:rPr>
              <a:t>for</a:t>
            </a:r>
            <a:r>
              <a:rPr sz="3000" spc="-45" dirty="0">
                <a:latin typeface="Trebuchet MS"/>
                <a:cs typeface="Trebuchet MS"/>
              </a:rPr>
              <a:t> </a:t>
            </a:r>
            <a:r>
              <a:rPr sz="3000" spc="-204" dirty="0">
                <a:latin typeface="Trebuchet MS"/>
                <a:cs typeface="Trebuchet MS"/>
              </a:rPr>
              <a:t>advanced</a:t>
            </a:r>
            <a:r>
              <a:rPr sz="3000" spc="-40" dirty="0">
                <a:latin typeface="Trebuchet MS"/>
                <a:cs typeface="Trebuchet MS"/>
              </a:rPr>
              <a:t> </a:t>
            </a:r>
            <a:r>
              <a:rPr sz="3000" spc="-204" dirty="0">
                <a:latin typeface="Trebuchet MS"/>
                <a:cs typeface="Trebuchet MS"/>
              </a:rPr>
              <a:t>features</a:t>
            </a:r>
            <a:r>
              <a:rPr sz="3000" spc="-40" dirty="0">
                <a:latin typeface="Trebuchet MS"/>
                <a:cs typeface="Trebuchet MS"/>
              </a:rPr>
              <a:t> </a:t>
            </a:r>
            <a:r>
              <a:rPr sz="3000" spc="-140" dirty="0">
                <a:latin typeface="Trebuchet MS"/>
                <a:cs typeface="Trebuchet MS"/>
              </a:rPr>
              <a:t>such</a:t>
            </a:r>
            <a:r>
              <a:rPr sz="3000" spc="-25" dirty="0">
                <a:latin typeface="Trebuchet MS"/>
                <a:cs typeface="Trebuchet MS"/>
              </a:rPr>
              <a:t> </a:t>
            </a:r>
            <a:r>
              <a:rPr sz="3000" spc="-185" dirty="0">
                <a:latin typeface="Trebuchet MS"/>
                <a:cs typeface="Trebuchet MS"/>
              </a:rPr>
              <a:t>as</a:t>
            </a:r>
            <a:r>
              <a:rPr sz="3000" spc="-35" dirty="0">
                <a:latin typeface="Trebuchet MS"/>
                <a:cs typeface="Trebuchet MS"/>
              </a:rPr>
              <a:t> </a:t>
            </a:r>
            <a:r>
              <a:rPr sz="3000" spc="-190" dirty="0">
                <a:latin typeface="Trebuchet MS"/>
                <a:cs typeface="Trebuchet MS"/>
              </a:rPr>
              <a:t>real-</a:t>
            </a:r>
            <a:r>
              <a:rPr sz="3000" spc="-210" dirty="0">
                <a:latin typeface="Trebuchet MS"/>
                <a:cs typeface="Trebuchet MS"/>
              </a:rPr>
              <a:t>time</a:t>
            </a:r>
            <a:r>
              <a:rPr sz="3000" spc="-15" dirty="0">
                <a:latin typeface="Trebuchet MS"/>
                <a:cs typeface="Trebuchet MS"/>
              </a:rPr>
              <a:t> </a:t>
            </a:r>
            <a:r>
              <a:rPr sz="3000" spc="-155" dirty="0">
                <a:latin typeface="Trebuchet MS"/>
                <a:cs typeface="Trebuchet MS"/>
              </a:rPr>
              <a:t>monitoring,</a:t>
            </a:r>
            <a:r>
              <a:rPr sz="3000" spc="-340" dirty="0">
                <a:latin typeface="Trebuchet MS"/>
                <a:cs typeface="Trebuchet MS"/>
              </a:rPr>
              <a:t> </a:t>
            </a:r>
            <a:r>
              <a:rPr sz="3000" spc="-135" dirty="0">
                <a:latin typeface="Trebuchet MS"/>
                <a:cs typeface="Trebuchet MS"/>
              </a:rPr>
              <a:t>remote</a:t>
            </a:r>
            <a:r>
              <a:rPr sz="3000" spc="-25" dirty="0">
                <a:latin typeface="Trebuchet MS"/>
                <a:cs typeface="Trebuchet MS"/>
              </a:rPr>
              <a:t> </a:t>
            </a:r>
            <a:r>
              <a:rPr sz="3000" spc="-220" dirty="0">
                <a:latin typeface="Trebuchet MS"/>
                <a:cs typeface="Trebuchet MS"/>
              </a:rPr>
              <a:t>access,</a:t>
            </a:r>
            <a:r>
              <a:rPr sz="3000" spc="-335" dirty="0">
                <a:latin typeface="Trebuchet MS"/>
                <a:cs typeface="Trebuchet MS"/>
              </a:rPr>
              <a:t> </a:t>
            </a:r>
            <a:r>
              <a:rPr sz="3000" spc="-25" dirty="0">
                <a:latin typeface="Trebuchet MS"/>
                <a:cs typeface="Trebuchet MS"/>
              </a:rPr>
              <a:t>and</a:t>
            </a:r>
            <a:endParaRPr sz="3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2220"/>
              </a:spcBef>
              <a:buClr>
                <a:srgbClr val="B71E42"/>
              </a:buClr>
              <a:buFont typeface="Arial MT"/>
              <a:buChar char="•"/>
              <a:tabLst>
                <a:tab pos="354965" algn="l"/>
              </a:tabLst>
            </a:pPr>
            <a:r>
              <a:rPr sz="3000" spc="-185" dirty="0">
                <a:latin typeface="Trebuchet MS"/>
                <a:cs typeface="Trebuchet MS"/>
              </a:rPr>
              <a:t>predictive</a:t>
            </a:r>
            <a:r>
              <a:rPr sz="3000" spc="-30" dirty="0">
                <a:latin typeface="Trebuchet MS"/>
                <a:cs typeface="Trebuchet MS"/>
              </a:rPr>
              <a:t> </a:t>
            </a:r>
            <a:r>
              <a:rPr sz="3000" spc="-190" dirty="0">
                <a:latin typeface="Trebuchet MS"/>
                <a:cs typeface="Trebuchet MS"/>
              </a:rPr>
              <a:t>automation,</a:t>
            </a:r>
            <a:r>
              <a:rPr sz="3000" spc="-360" dirty="0">
                <a:latin typeface="Trebuchet MS"/>
                <a:cs typeface="Trebuchet MS"/>
              </a:rPr>
              <a:t> </a:t>
            </a:r>
            <a:r>
              <a:rPr sz="3000" spc="-150" dirty="0">
                <a:latin typeface="Trebuchet MS"/>
                <a:cs typeface="Trebuchet MS"/>
              </a:rPr>
              <a:t>providing</a:t>
            </a:r>
            <a:r>
              <a:rPr sz="3000" spc="-45" dirty="0">
                <a:latin typeface="Trebuchet MS"/>
                <a:cs typeface="Trebuchet MS"/>
              </a:rPr>
              <a:t> </a:t>
            </a:r>
            <a:r>
              <a:rPr sz="3000" spc="-300" dirty="0">
                <a:latin typeface="Trebuchet MS"/>
                <a:cs typeface="Trebuchet MS"/>
              </a:rPr>
              <a:t>a</a:t>
            </a:r>
            <a:r>
              <a:rPr sz="3000" spc="-40" dirty="0">
                <a:latin typeface="Trebuchet MS"/>
                <a:cs typeface="Trebuchet MS"/>
              </a:rPr>
              <a:t> </a:t>
            </a:r>
            <a:r>
              <a:rPr sz="3000" spc="-114" dirty="0">
                <a:latin typeface="Trebuchet MS"/>
                <a:cs typeface="Trebuchet MS"/>
              </a:rPr>
              <a:t>cost-</a:t>
            </a:r>
            <a:r>
              <a:rPr sz="3000" spc="-250" dirty="0">
                <a:latin typeface="Trebuchet MS"/>
                <a:cs typeface="Trebuchet MS"/>
              </a:rPr>
              <a:t>effective</a:t>
            </a:r>
            <a:r>
              <a:rPr sz="3000" spc="-45" dirty="0">
                <a:latin typeface="Trebuchet MS"/>
                <a:cs typeface="Trebuchet MS"/>
              </a:rPr>
              <a:t> </a:t>
            </a:r>
            <a:r>
              <a:rPr sz="3000" spc="-204" dirty="0">
                <a:latin typeface="Trebuchet MS"/>
                <a:cs typeface="Trebuchet MS"/>
              </a:rPr>
              <a:t>and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210" dirty="0">
                <a:latin typeface="Trebuchet MS"/>
                <a:cs typeface="Trebuchet MS"/>
              </a:rPr>
              <a:t>reliable</a:t>
            </a:r>
            <a:r>
              <a:rPr sz="3000" spc="-40" dirty="0">
                <a:latin typeface="Trebuchet MS"/>
                <a:cs typeface="Trebuchet MS"/>
              </a:rPr>
              <a:t> </a:t>
            </a:r>
            <a:r>
              <a:rPr sz="3000" spc="-114" dirty="0">
                <a:latin typeface="Trebuchet MS"/>
                <a:cs typeface="Trebuchet MS"/>
              </a:rPr>
              <a:t>solution</a:t>
            </a:r>
            <a:r>
              <a:rPr sz="3000" spc="-35" dirty="0">
                <a:latin typeface="Trebuchet MS"/>
                <a:cs typeface="Trebuchet MS"/>
              </a:rPr>
              <a:t> </a:t>
            </a:r>
            <a:r>
              <a:rPr sz="3000" spc="-30" dirty="0">
                <a:latin typeface="Trebuchet MS"/>
                <a:cs typeface="Trebuchet MS"/>
              </a:rPr>
              <a:t>to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60" dirty="0">
                <a:latin typeface="Trebuchet MS"/>
                <a:cs typeface="Trebuchet MS"/>
              </a:rPr>
              <a:t>overcome</a:t>
            </a:r>
            <a:endParaRPr sz="3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2220"/>
              </a:spcBef>
              <a:buClr>
                <a:srgbClr val="B71E42"/>
              </a:buClr>
              <a:buFont typeface="Arial MT"/>
              <a:buChar char="•"/>
              <a:tabLst>
                <a:tab pos="354965" algn="l"/>
              </a:tabLst>
            </a:pPr>
            <a:r>
              <a:rPr sz="3000" spc="-130" dirty="0">
                <a:latin typeface="Trebuchet MS"/>
                <a:cs typeface="Trebuchet MS"/>
              </a:rPr>
              <a:t>current</a:t>
            </a:r>
            <a:r>
              <a:rPr sz="3000" spc="-45" dirty="0">
                <a:latin typeface="Trebuchet MS"/>
                <a:cs typeface="Trebuchet MS"/>
              </a:rPr>
              <a:t> </a:t>
            </a:r>
            <a:r>
              <a:rPr sz="3000" spc="-204" dirty="0">
                <a:latin typeface="Trebuchet MS"/>
                <a:cs typeface="Trebuchet MS"/>
              </a:rPr>
              <a:t>challenges</a:t>
            </a:r>
            <a:r>
              <a:rPr sz="3000" spc="-60" dirty="0">
                <a:latin typeface="Trebuchet MS"/>
                <a:cs typeface="Trebuchet MS"/>
              </a:rPr>
              <a:t> </a:t>
            </a:r>
            <a:r>
              <a:rPr sz="3000" spc="-180" dirty="0">
                <a:latin typeface="Trebuchet MS"/>
                <a:cs typeface="Trebuchet MS"/>
              </a:rPr>
              <a:t>in</a:t>
            </a:r>
            <a:r>
              <a:rPr sz="3000" spc="-40" dirty="0">
                <a:latin typeface="Trebuchet MS"/>
                <a:cs typeface="Trebuchet MS"/>
              </a:rPr>
              <a:t> </a:t>
            </a:r>
            <a:r>
              <a:rPr sz="3000" spc="-130" dirty="0">
                <a:latin typeface="Trebuchet MS"/>
                <a:cs typeface="Trebuchet MS"/>
              </a:rPr>
              <a:t>smart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130" dirty="0">
                <a:latin typeface="Trebuchet MS"/>
                <a:cs typeface="Trebuchet MS"/>
              </a:rPr>
              <a:t>home</a:t>
            </a:r>
            <a:r>
              <a:rPr sz="3000" spc="-45" dirty="0">
                <a:latin typeface="Trebuchet MS"/>
                <a:cs typeface="Trebuchet MS"/>
              </a:rPr>
              <a:t> </a:t>
            </a:r>
            <a:r>
              <a:rPr sz="3000" spc="-40" dirty="0">
                <a:latin typeface="Trebuchet MS"/>
                <a:cs typeface="Trebuchet MS"/>
              </a:rPr>
              <a:t>systems.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7816" y="3767150"/>
            <a:ext cx="3856990" cy="124269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 marR="5080">
              <a:lnSpc>
                <a:spcPts val="4540"/>
              </a:lnSpc>
              <a:spcBef>
                <a:spcPts val="670"/>
              </a:spcBef>
            </a:pPr>
            <a:r>
              <a:rPr sz="4200" b="0" spc="-10" dirty="0">
                <a:solidFill>
                  <a:srgbClr val="000000"/>
                </a:solidFill>
                <a:latin typeface="Trebuchet MS"/>
                <a:cs typeface="Trebuchet MS"/>
              </a:rPr>
              <a:t>SYSTEM </a:t>
            </a:r>
            <a:r>
              <a:rPr sz="4200" b="0" spc="125" dirty="0">
                <a:solidFill>
                  <a:srgbClr val="000000"/>
                </a:solidFill>
                <a:latin typeface="Trebuchet MS"/>
                <a:cs typeface="Trebuchet MS"/>
              </a:rPr>
              <a:t>ARCHITECTURE</a:t>
            </a:r>
            <a:endParaRPr sz="42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88949" y="5292852"/>
            <a:ext cx="4236085" cy="0"/>
          </a:xfrm>
          <a:custGeom>
            <a:avLst/>
            <a:gdLst/>
            <a:ahLst/>
            <a:cxnLst/>
            <a:rect l="l" t="t" r="r" b="b"/>
            <a:pathLst>
              <a:path w="4236085">
                <a:moveTo>
                  <a:pt x="0" y="0"/>
                </a:moveTo>
                <a:lnTo>
                  <a:pt x="4235831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882640" y="719327"/>
            <a:ext cx="11428095" cy="7926070"/>
            <a:chOff x="5882640" y="719327"/>
            <a:chExt cx="11428095" cy="79260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82640" y="719327"/>
              <a:ext cx="11427714" cy="792556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9944" y="1190244"/>
              <a:ext cx="10447782" cy="675513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683248" y="1466850"/>
              <a:ext cx="9923780" cy="6203315"/>
            </a:xfrm>
            <a:custGeom>
              <a:avLst/>
              <a:gdLst/>
              <a:ahLst/>
              <a:cxnLst/>
              <a:rect l="l" t="t" r="r" b="b"/>
              <a:pathLst>
                <a:path w="9923780" h="6203315">
                  <a:moveTo>
                    <a:pt x="9923399" y="0"/>
                  </a:moveTo>
                  <a:lnTo>
                    <a:pt x="0" y="0"/>
                  </a:lnTo>
                  <a:lnTo>
                    <a:pt x="0" y="6203061"/>
                  </a:lnTo>
                  <a:lnTo>
                    <a:pt x="9923399" y="6203061"/>
                  </a:lnTo>
                  <a:lnTo>
                    <a:pt x="99233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83248" y="1466850"/>
              <a:ext cx="9923780" cy="6203315"/>
            </a:xfrm>
            <a:custGeom>
              <a:avLst/>
              <a:gdLst/>
              <a:ahLst/>
              <a:cxnLst/>
              <a:rect l="l" t="t" r="r" b="b"/>
              <a:pathLst>
                <a:path w="9923780" h="6203315">
                  <a:moveTo>
                    <a:pt x="0" y="6203061"/>
                  </a:moveTo>
                  <a:lnTo>
                    <a:pt x="9923399" y="6203061"/>
                  </a:lnTo>
                  <a:lnTo>
                    <a:pt x="9923399" y="0"/>
                  </a:lnTo>
                  <a:lnTo>
                    <a:pt x="0" y="0"/>
                  </a:lnTo>
                  <a:lnTo>
                    <a:pt x="0" y="6203061"/>
                  </a:lnTo>
                  <a:close/>
                </a:path>
              </a:pathLst>
            </a:custGeom>
            <a:ln w="6350">
              <a:solidFill>
                <a:srgbClr val="DFD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27596" y="1935352"/>
              <a:ext cx="9424416" cy="5277612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0" y="9186265"/>
            <a:ext cx="18288000" cy="1101090"/>
            <a:chOff x="0" y="9186265"/>
            <a:chExt cx="18288000" cy="110109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9189723"/>
              <a:ext cx="18287999" cy="109727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9192615"/>
              <a:ext cx="18288000" cy="0"/>
            </a:xfrm>
            <a:custGeom>
              <a:avLst/>
              <a:gdLst/>
              <a:ahLst/>
              <a:cxnLst/>
              <a:rect l="l" t="t" r="r" b="b"/>
              <a:pathLst>
                <a:path w="18288000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7805" y="2883230"/>
            <a:ext cx="4065270" cy="211137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 marR="5080">
              <a:lnSpc>
                <a:spcPts val="7780"/>
              </a:lnSpc>
              <a:spcBef>
                <a:spcPts val="1060"/>
              </a:spcBef>
            </a:pPr>
            <a:r>
              <a:rPr sz="7200" b="0" spc="135" dirty="0">
                <a:solidFill>
                  <a:srgbClr val="000000"/>
                </a:solidFill>
                <a:latin typeface="Trebuchet MS"/>
                <a:cs typeface="Trebuchet MS"/>
              </a:rPr>
              <a:t>CLASS </a:t>
            </a:r>
            <a:r>
              <a:rPr sz="7200" b="0" spc="350" dirty="0">
                <a:solidFill>
                  <a:srgbClr val="000000"/>
                </a:solidFill>
                <a:latin typeface="Trebuchet MS"/>
                <a:cs typeface="Trebuchet MS"/>
              </a:rPr>
              <a:t>DIAGRAM</a:t>
            </a:r>
            <a:endParaRPr sz="72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78939" y="5292852"/>
            <a:ext cx="6257290" cy="0"/>
          </a:xfrm>
          <a:custGeom>
            <a:avLst/>
            <a:gdLst/>
            <a:ahLst/>
            <a:cxnLst/>
            <a:rect l="l" t="t" r="r" b="b"/>
            <a:pathLst>
              <a:path w="6257290">
                <a:moveTo>
                  <a:pt x="0" y="0"/>
                </a:moveTo>
                <a:lnTo>
                  <a:pt x="6257163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01400" y="419100"/>
            <a:ext cx="4267200" cy="83820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9186265"/>
            <a:ext cx="18288000" cy="1101090"/>
            <a:chOff x="0" y="9186265"/>
            <a:chExt cx="18288000" cy="110109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189723"/>
              <a:ext cx="18287999" cy="10972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192615"/>
              <a:ext cx="18288000" cy="0"/>
            </a:xfrm>
            <a:custGeom>
              <a:avLst/>
              <a:gdLst/>
              <a:ahLst/>
              <a:cxnLst/>
              <a:rect l="l" t="t" r="r" b="b"/>
              <a:pathLst>
                <a:path w="18288000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189722"/>
              <a:ext cx="18287999" cy="10972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57805" y="2883230"/>
            <a:ext cx="4067175" cy="211137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 marR="5080">
              <a:lnSpc>
                <a:spcPts val="7780"/>
              </a:lnSpc>
              <a:spcBef>
                <a:spcPts val="1060"/>
              </a:spcBef>
            </a:pPr>
            <a:r>
              <a:rPr sz="7200" b="0" dirty="0">
                <a:solidFill>
                  <a:srgbClr val="000000"/>
                </a:solidFill>
                <a:latin typeface="Trebuchet MS"/>
                <a:cs typeface="Trebuchet MS"/>
              </a:rPr>
              <a:t>USE</a:t>
            </a:r>
            <a:r>
              <a:rPr sz="7200" b="0" spc="-3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7200" b="0" spc="245" dirty="0">
                <a:solidFill>
                  <a:srgbClr val="000000"/>
                </a:solidFill>
                <a:latin typeface="Trebuchet MS"/>
                <a:cs typeface="Trebuchet MS"/>
              </a:rPr>
              <a:t>CASE </a:t>
            </a:r>
            <a:r>
              <a:rPr sz="7200" b="0" spc="365" dirty="0">
                <a:solidFill>
                  <a:srgbClr val="000000"/>
                </a:solidFill>
                <a:latin typeface="Trebuchet MS"/>
                <a:cs typeface="Trebuchet MS"/>
              </a:rPr>
              <a:t>DIAGRAM</a:t>
            </a:r>
            <a:endParaRPr sz="72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800100"/>
            <a:ext cx="18288000" cy="9486900"/>
            <a:chOff x="0" y="800100"/>
            <a:chExt cx="18288000" cy="9486900"/>
          </a:xfrm>
        </p:grpSpPr>
        <p:sp>
          <p:nvSpPr>
            <p:cNvPr id="8" name="object 8"/>
            <p:cNvSpPr/>
            <p:nvPr/>
          </p:nvSpPr>
          <p:spPr>
            <a:xfrm>
              <a:off x="2178939" y="5292852"/>
              <a:ext cx="6257290" cy="0"/>
            </a:xfrm>
            <a:custGeom>
              <a:avLst/>
              <a:gdLst/>
              <a:ahLst/>
              <a:cxnLst/>
              <a:rect l="l" t="t" r="r" b="b"/>
              <a:pathLst>
                <a:path w="6257290">
                  <a:moveTo>
                    <a:pt x="0" y="0"/>
                  </a:moveTo>
                  <a:lnTo>
                    <a:pt x="6257163" y="0"/>
                  </a:lnTo>
                </a:path>
              </a:pathLst>
            </a:custGeom>
            <a:ln w="31750">
              <a:solidFill>
                <a:srgbClr val="B71E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41586" y="800100"/>
              <a:ext cx="7440676" cy="76962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9189722"/>
              <a:ext cx="18287999" cy="109727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0" y="9192615"/>
              <a:ext cx="18288000" cy="0"/>
            </a:xfrm>
            <a:custGeom>
              <a:avLst/>
              <a:gdLst/>
              <a:ahLst/>
              <a:cxnLst/>
              <a:rect l="l" t="t" r="r" b="b"/>
              <a:pathLst>
                <a:path w="18288000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836030"/>
            <a:ext cx="18288000" cy="4451350"/>
            <a:chOff x="0" y="5836030"/>
            <a:chExt cx="18288000" cy="4451350"/>
          </a:xfrm>
        </p:grpSpPr>
        <p:sp>
          <p:nvSpPr>
            <p:cNvPr id="3" name="object 3"/>
            <p:cNvSpPr/>
            <p:nvPr/>
          </p:nvSpPr>
          <p:spPr>
            <a:xfrm>
              <a:off x="16949835" y="7871637"/>
              <a:ext cx="1338580" cy="2077085"/>
            </a:xfrm>
            <a:custGeom>
              <a:avLst/>
              <a:gdLst/>
              <a:ahLst/>
              <a:cxnLst/>
              <a:rect l="l" t="t" r="r" b="b"/>
              <a:pathLst>
                <a:path w="1338580" h="2077084">
                  <a:moveTo>
                    <a:pt x="1338164" y="2076901"/>
                  </a:moveTo>
                  <a:lnTo>
                    <a:pt x="1338164" y="376508"/>
                  </a:lnTo>
                  <a:lnTo>
                    <a:pt x="1263776" y="277335"/>
                  </a:lnTo>
                  <a:lnTo>
                    <a:pt x="1160036" y="158914"/>
                  </a:lnTo>
                  <a:lnTo>
                    <a:pt x="1081212" y="90898"/>
                  </a:lnTo>
                  <a:lnTo>
                    <a:pt x="1038356" y="62333"/>
                  </a:lnTo>
                  <a:lnTo>
                    <a:pt x="992962" y="38357"/>
                  </a:lnTo>
                  <a:lnTo>
                    <a:pt x="944847" y="19692"/>
                  </a:lnTo>
                  <a:lnTo>
                    <a:pt x="898483" y="7841"/>
                  </a:lnTo>
                  <a:lnTo>
                    <a:pt x="851460" y="1025"/>
                  </a:lnTo>
                  <a:lnTo>
                    <a:pt x="756070" y="0"/>
                  </a:lnTo>
                  <a:lnTo>
                    <a:pt x="659947" y="11616"/>
                  </a:lnTo>
                  <a:lnTo>
                    <a:pt x="422444" y="65556"/>
                  </a:lnTo>
                  <a:lnTo>
                    <a:pt x="282762" y="112297"/>
                  </a:lnTo>
                  <a:lnTo>
                    <a:pt x="197148" y="155390"/>
                  </a:lnTo>
                  <a:lnTo>
                    <a:pt x="158111" y="181678"/>
                  </a:lnTo>
                  <a:lnTo>
                    <a:pt x="122263" y="211643"/>
                  </a:lnTo>
                  <a:lnTo>
                    <a:pt x="90108" y="245673"/>
                  </a:lnTo>
                  <a:lnTo>
                    <a:pt x="62154" y="284156"/>
                  </a:lnTo>
                  <a:lnTo>
                    <a:pt x="39575" y="325970"/>
                  </a:lnTo>
                  <a:lnTo>
                    <a:pt x="22660" y="369905"/>
                  </a:lnTo>
                  <a:lnTo>
                    <a:pt x="10827" y="415573"/>
                  </a:lnTo>
                  <a:lnTo>
                    <a:pt x="3493" y="462589"/>
                  </a:lnTo>
                  <a:lnTo>
                    <a:pt x="0" y="559114"/>
                  </a:lnTo>
                  <a:lnTo>
                    <a:pt x="13965" y="704332"/>
                  </a:lnTo>
                  <a:lnTo>
                    <a:pt x="61396" y="949263"/>
                  </a:lnTo>
                  <a:lnTo>
                    <a:pt x="130452" y="1189002"/>
                  </a:lnTo>
                  <a:lnTo>
                    <a:pt x="220215" y="1418845"/>
                  </a:lnTo>
                  <a:lnTo>
                    <a:pt x="265991" y="1504373"/>
                  </a:lnTo>
                  <a:lnTo>
                    <a:pt x="322317" y="1581812"/>
                  </a:lnTo>
                  <a:lnTo>
                    <a:pt x="355358" y="1616136"/>
                  </a:lnTo>
                  <a:lnTo>
                    <a:pt x="392143" y="1646803"/>
                  </a:lnTo>
                  <a:lnTo>
                    <a:pt x="432595" y="1673313"/>
                  </a:lnTo>
                  <a:lnTo>
                    <a:pt x="475145" y="1695012"/>
                  </a:lnTo>
                  <a:lnTo>
                    <a:pt x="519508" y="1712597"/>
                  </a:lnTo>
                  <a:lnTo>
                    <a:pt x="612514" y="1738222"/>
                  </a:lnTo>
                  <a:lnTo>
                    <a:pt x="952779" y="1801027"/>
                  </a:lnTo>
                  <a:lnTo>
                    <a:pt x="1045199" y="1834428"/>
                  </a:lnTo>
                  <a:lnTo>
                    <a:pt x="1131002" y="1881186"/>
                  </a:lnTo>
                  <a:lnTo>
                    <a:pt x="1209272" y="1939488"/>
                  </a:lnTo>
                  <a:lnTo>
                    <a:pt x="1280162" y="2007669"/>
                  </a:lnTo>
                  <a:lnTo>
                    <a:pt x="1338164" y="2076901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962415" y="9835537"/>
              <a:ext cx="1177925" cy="451484"/>
            </a:xfrm>
            <a:custGeom>
              <a:avLst/>
              <a:gdLst/>
              <a:ahLst/>
              <a:cxnLst/>
              <a:rect l="l" t="t" r="r" b="b"/>
              <a:pathLst>
                <a:path w="1177925" h="451484">
                  <a:moveTo>
                    <a:pt x="1177605" y="451460"/>
                  </a:moveTo>
                  <a:lnTo>
                    <a:pt x="1124227" y="384704"/>
                  </a:lnTo>
                  <a:lnTo>
                    <a:pt x="1059090" y="315528"/>
                  </a:lnTo>
                  <a:lnTo>
                    <a:pt x="988486" y="251949"/>
                  </a:lnTo>
                  <a:lnTo>
                    <a:pt x="912945" y="194425"/>
                  </a:lnTo>
                  <a:lnTo>
                    <a:pt x="832997" y="143415"/>
                  </a:lnTo>
                  <a:lnTo>
                    <a:pt x="749174" y="99378"/>
                  </a:lnTo>
                  <a:lnTo>
                    <a:pt x="662006" y="62772"/>
                  </a:lnTo>
                  <a:lnTo>
                    <a:pt x="572024" y="34055"/>
                  </a:lnTo>
                  <a:lnTo>
                    <a:pt x="479757" y="13685"/>
                  </a:lnTo>
                  <a:lnTo>
                    <a:pt x="385738" y="2121"/>
                  </a:lnTo>
                  <a:lnTo>
                    <a:pt x="336221" y="0"/>
                  </a:lnTo>
                  <a:lnTo>
                    <a:pt x="286430" y="1563"/>
                  </a:lnTo>
                  <a:lnTo>
                    <a:pt x="237390" y="7835"/>
                  </a:lnTo>
                  <a:lnTo>
                    <a:pt x="190125" y="19840"/>
                  </a:lnTo>
                  <a:lnTo>
                    <a:pt x="145662" y="38603"/>
                  </a:lnTo>
                  <a:lnTo>
                    <a:pt x="105026" y="65147"/>
                  </a:lnTo>
                  <a:lnTo>
                    <a:pt x="69559" y="99871"/>
                  </a:lnTo>
                  <a:lnTo>
                    <a:pt x="41568" y="140653"/>
                  </a:lnTo>
                  <a:lnTo>
                    <a:pt x="20834" y="186042"/>
                  </a:lnTo>
                  <a:lnTo>
                    <a:pt x="7140" y="234589"/>
                  </a:lnTo>
                  <a:lnTo>
                    <a:pt x="268" y="284847"/>
                  </a:lnTo>
                  <a:lnTo>
                    <a:pt x="0" y="335364"/>
                  </a:lnTo>
                  <a:lnTo>
                    <a:pt x="5489" y="382766"/>
                  </a:lnTo>
                  <a:lnTo>
                    <a:pt x="15738" y="429216"/>
                  </a:lnTo>
                  <a:lnTo>
                    <a:pt x="22911" y="451457"/>
                  </a:lnTo>
                  <a:lnTo>
                    <a:pt x="1177605" y="45146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5836030"/>
              <a:ext cx="12935585" cy="4451350"/>
            </a:xfrm>
            <a:custGeom>
              <a:avLst/>
              <a:gdLst/>
              <a:ahLst/>
              <a:cxnLst/>
              <a:rect l="l" t="t" r="r" b="b"/>
              <a:pathLst>
                <a:path w="12935585" h="4451350">
                  <a:moveTo>
                    <a:pt x="3025317" y="4450969"/>
                  </a:moveTo>
                  <a:lnTo>
                    <a:pt x="2995739" y="4416209"/>
                  </a:lnTo>
                  <a:lnTo>
                    <a:pt x="2961436" y="4381639"/>
                  </a:lnTo>
                  <a:lnTo>
                    <a:pt x="2924467" y="4350004"/>
                  </a:lnTo>
                  <a:lnTo>
                    <a:pt x="2884855" y="4321568"/>
                  </a:lnTo>
                  <a:lnTo>
                    <a:pt x="2842564" y="4296626"/>
                  </a:lnTo>
                  <a:lnTo>
                    <a:pt x="2795968" y="4274451"/>
                  </a:lnTo>
                  <a:lnTo>
                    <a:pt x="2747937" y="4255922"/>
                  </a:lnTo>
                  <a:lnTo>
                    <a:pt x="2698851" y="4240034"/>
                  </a:lnTo>
                  <a:lnTo>
                    <a:pt x="2649093" y="4225798"/>
                  </a:lnTo>
                  <a:lnTo>
                    <a:pt x="2549055" y="4198315"/>
                  </a:lnTo>
                  <a:lnTo>
                    <a:pt x="2499550" y="4183088"/>
                  </a:lnTo>
                  <a:lnTo>
                    <a:pt x="2450884" y="4165549"/>
                  </a:lnTo>
                  <a:lnTo>
                    <a:pt x="2405100" y="4145597"/>
                  </a:lnTo>
                  <a:lnTo>
                    <a:pt x="2360866" y="4122547"/>
                  </a:lnTo>
                  <a:lnTo>
                    <a:pt x="2318321" y="4096562"/>
                  </a:lnTo>
                  <a:lnTo>
                    <a:pt x="2277592" y="4067810"/>
                  </a:lnTo>
                  <a:lnTo>
                    <a:pt x="2238806" y="4036441"/>
                  </a:lnTo>
                  <a:lnTo>
                    <a:pt x="2202078" y="4002646"/>
                  </a:lnTo>
                  <a:lnTo>
                    <a:pt x="2167559" y="3966565"/>
                  </a:lnTo>
                  <a:lnTo>
                    <a:pt x="2135378" y="3928376"/>
                  </a:lnTo>
                  <a:lnTo>
                    <a:pt x="2105647" y="3888232"/>
                  </a:lnTo>
                  <a:lnTo>
                    <a:pt x="2078520" y="3846322"/>
                  </a:lnTo>
                  <a:lnTo>
                    <a:pt x="2054098" y="3802786"/>
                  </a:lnTo>
                  <a:lnTo>
                    <a:pt x="2032533" y="3757790"/>
                  </a:lnTo>
                  <a:lnTo>
                    <a:pt x="2013940" y="3711524"/>
                  </a:lnTo>
                  <a:lnTo>
                    <a:pt x="1998459" y="3664127"/>
                  </a:lnTo>
                  <a:lnTo>
                    <a:pt x="1986216" y="3615766"/>
                  </a:lnTo>
                  <a:lnTo>
                    <a:pt x="1977351" y="3566630"/>
                  </a:lnTo>
                  <a:lnTo>
                    <a:pt x="1971840" y="3519614"/>
                  </a:lnTo>
                  <a:lnTo>
                    <a:pt x="1968525" y="3471976"/>
                  </a:lnTo>
                  <a:lnTo>
                    <a:pt x="1966874" y="3423882"/>
                  </a:lnTo>
                  <a:lnTo>
                    <a:pt x="1966315" y="3375533"/>
                  </a:lnTo>
                  <a:lnTo>
                    <a:pt x="1966366" y="3278746"/>
                  </a:lnTo>
                  <a:lnTo>
                    <a:pt x="1965871" y="3230664"/>
                  </a:lnTo>
                  <a:lnTo>
                    <a:pt x="1964309" y="3183026"/>
                  </a:lnTo>
                  <a:lnTo>
                    <a:pt x="1961121" y="3136011"/>
                  </a:lnTo>
                  <a:lnTo>
                    <a:pt x="1955774" y="3089808"/>
                  </a:lnTo>
                  <a:lnTo>
                    <a:pt x="1947722" y="3044583"/>
                  </a:lnTo>
                  <a:lnTo>
                    <a:pt x="1936407" y="3000527"/>
                  </a:lnTo>
                  <a:lnTo>
                    <a:pt x="1921306" y="2957804"/>
                  </a:lnTo>
                  <a:lnTo>
                    <a:pt x="1901850" y="2916605"/>
                  </a:lnTo>
                  <a:lnTo>
                    <a:pt x="1877517" y="2877108"/>
                  </a:lnTo>
                  <a:lnTo>
                    <a:pt x="1846935" y="2838843"/>
                  </a:lnTo>
                  <a:lnTo>
                    <a:pt x="1812264" y="2804896"/>
                  </a:lnTo>
                  <a:lnTo>
                    <a:pt x="1774024" y="2775026"/>
                  </a:lnTo>
                  <a:lnTo>
                    <a:pt x="1732699" y="2748978"/>
                  </a:lnTo>
                  <a:lnTo>
                    <a:pt x="1688820" y="2726525"/>
                  </a:lnTo>
                  <a:lnTo>
                    <a:pt x="1642872" y="2707411"/>
                  </a:lnTo>
                  <a:lnTo>
                    <a:pt x="1595805" y="2691536"/>
                  </a:lnTo>
                  <a:lnTo>
                    <a:pt x="1596186" y="2691612"/>
                  </a:lnTo>
                  <a:lnTo>
                    <a:pt x="1546821" y="2678214"/>
                  </a:lnTo>
                  <a:lnTo>
                    <a:pt x="1497723" y="2667647"/>
                  </a:lnTo>
                  <a:lnTo>
                    <a:pt x="1448600" y="2659443"/>
                  </a:lnTo>
                  <a:lnTo>
                    <a:pt x="1399489" y="2653042"/>
                  </a:lnTo>
                  <a:lnTo>
                    <a:pt x="1350162" y="2647759"/>
                  </a:lnTo>
                  <a:lnTo>
                    <a:pt x="1201877" y="2633865"/>
                  </a:lnTo>
                  <a:lnTo>
                    <a:pt x="1152664" y="2628290"/>
                  </a:lnTo>
                  <a:lnTo>
                    <a:pt x="1103744" y="2621470"/>
                  </a:lnTo>
                  <a:lnTo>
                    <a:pt x="1055192" y="2612910"/>
                  </a:lnTo>
                  <a:lnTo>
                    <a:pt x="1007122" y="2602153"/>
                  </a:lnTo>
                  <a:lnTo>
                    <a:pt x="959624" y="2588704"/>
                  </a:lnTo>
                  <a:lnTo>
                    <a:pt x="914565" y="2572829"/>
                  </a:lnTo>
                  <a:lnTo>
                    <a:pt x="870877" y="2554274"/>
                  </a:lnTo>
                  <a:lnTo>
                    <a:pt x="828586" y="2533154"/>
                  </a:lnTo>
                  <a:lnTo>
                    <a:pt x="787704" y="2509609"/>
                  </a:lnTo>
                  <a:lnTo>
                    <a:pt x="748258" y="2483739"/>
                  </a:lnTo>
                  <a:lnTo>
                    <a:pt x="710260" y="2455684"/>
                  </a:lnTo>
                  <a:lnTo>
                    <a:pt x="673747" y="2425573"/>
                  </a:lnTo>
                  <a:lnTo>
                    <a:pt x="638721" y="2393505"/>
                  </a:lnTo>
                  <a:lnTo>
                    <a:pt x="605218" y="2359609"/>
                  </a:lnTo>
                  <a:lnTo>
                    <a:pt x="573265" y="2324023"/>
                  </a:lnTo>
                  <a:lnTo>
                    <a:pt x="542861" y="2286863"/>
                  </a:lnTo>
                  <a:lnTo>
                    <a:pt x="514032" y="2248255"/>
                  </a:lnTo>
                  <a:lnTo>
                    <a:pt x="486816" y="2208314"/>
                  </a:lnTo>
                  <a:lnTo>
                    <a:pt x="461213" y="2167166"/>
                  </a:lnTo>
                  <a:lnTo>
                    <a:pt x="437261" y="2124926"/>
                  </a:lnTo>
                  <a:lnTo>
                    <a:pt x="414972" y="2081733"/>
                  </a:lnTo>
                  <a:lnTo>
                    <a:pt x="394373" y="2037702"/>
                  </a:lnTo>
                  <a:lnTo>
                    <a:pt x="375475" y="1992947"/>
                  </a:lnTo>
                  <a:lnTo>
                    <a:pt x="358305" y="1947608"/>
                  </a:lnTo>
                  <a:lnTo>
                    <a:pt x="342887" y="1901799"/>
                  </a:lnTo>
                  <a:lnTo>
                    <a:pt x="329234" y="1855647"/>
                  </a:lnTo>
                  <a:lnTo>
                    <a:pt x="316992" y="1808086"/>
                  </a:lnTo>
                  <a:lnTo>
                    <a:pt x="306209" y="1760232"/>
                  </a:lnTo>
                  <a:lnTo>
                    <a:pt x="296849" y="1712099"/>
                  </a:lnTo>
                  <a:lnTo>
                    <a:pt x="288823" y="1663725"/>
                  </a:lnTo>
                  <a:lnTo>
                    <a:pt x="282041" y="1615160"/>
                  </a:lnTo>
                  <a:lnTo>
                    <a:pt x="276453" y="1566430"/>
                  </a:lnTo>
                  <a:lnTo>
                    <a:pt x="271957" y="1517573"/>
                  </a:lnTo>
                  <a:lnTo>
                    <a:pt x="268490" y="1468615"/>
                  </a:lnTo>
                  <a:lnTo>
                    <a:pt x="265976" y="1419606"/>
                  </a:lnTo>
                  <a:lnTo>
                    <a:pt x="264337" y="1370571"/>
                  </a:lnTo>
                  <a:lnTo>
                    <a:pt x="263512" y="1321549"/>
                  </a:lnTo>
                  <a:lnTo>
                    <a:pt x="263791" y="1280375"/>
                  </a:lnTo>
                  <a:lnTo>
                    <a:pt x="263791" y="1236548"/>
                  </a:lnTo>
                  <a:lnTo>
                    <a:pt x="261264" y="1192568"/>
                  </a:lnTo>
                  <a:lnTo>
                    <a:pt x="253923" y="1150912"/>
                  </a:lnTo>
                  <a:lnTo>
                    <a:pt x="239522" y="1114069"/>
                  </a:lnTo>
                  <a:lnTo>
                    <a:pt x="180441" y="1064729"/>
                  </a:lnTo>
                  <a:lnTo>
                    <a:pt x="131241" y="1057198"/>
                  </a:lnTo>
                  <a:lnTo>
                    <a:pt x="89090" y="1064450"/>
                  </a:lnTo>
                  <a:lnTo>
                    <a:pt x="52705" y="1085443"/>
                  </a:lnTo>
                  <a:lnTo>
                    <a:pt x="21412" y="1117295"/>
                  </a:lnTo>
                  <a:lnTo>
                    <a:pt x="0" y="1149134"/>
                  </a:lnTo>
                  <a:lnTo>
                    <a:pt x="0" y="4450969"/>
                  </a:lnTo>
                  <a:lnTo>
                    <a:pt x="3025317" y="4450969"/>
                  </a:lnTo>
                  <a:close/>
                </a:path>
                <a:path w="12935585" h="4451350">
                  <a:moveTo>
                    <a:pt x="12935204" y="239141"/>
                  </a:moveTo>
                  <a:lnTo>
                    <a:pt x="12930340" y="190944"/>
                  </a:lnTo>
                  <a:lnTo>
                    <a:pt x="12916408" y="146062"/>
                  </a:lnTo>
                  <a:lnTo>
                    <a:pt x="12894361" y="105435"/>
                  </a:lnTo>
                  <a:lnTo>
                    <a:pt x="12865164" y="70040"/>
                  </a:lnTo>
                  <a:lnTo>
                    <a:pt x="12829769" y="40843"/>
                  </a:lnTo>
                  <a:lnTo>
                    <a:pt x="12789141" y="18796"/>
                  </a:lnTo>
                  <a:lnTo>
                    <a:pt x="12744260" y="4864"/>
                  </a:lnTo>
                  <a:lnTo>
                    <a:pt x="12696063" y="0"/>
                  </a:lnTo>
                  <a:lnTo>
                    <a:pt x="6115558" y="0"/>
                  </a:lnTo>
                  <a:lnTo>
                    <a:pt x="6067349" y="4864"/>
                  </a:lnTo>
                  <a:lnTo>
                    <a:pt x="6022467" y="18796"/>
                  </a:lnTo>
                  <a:lnTo>
                    <a:pt x="5981839" y="40843"/>
                  </a:lnTo>
                  <a:lnTo>
                    <a:pt x="5946445" y="70040"/>
                  </a:lnTo>
                  <a:lnTo>
                    <a:pt x="5917247" y="105435"/>
                  </a:lnTo>
                  <a:lnTo>
                    <a:pt x="5895200" y="146062"/>
                  </a:lnTo>
                  <a:lnTo>
                    <a:pt x="5881268" y="190944"/>
                  </a:lnTo>
                  <a:lnTo>
                    <a:pt x="5876417" y="239141"/>
                  </a:lnTo>
                  <a:lnTo>
                    <a:pt x="5876417" y="2492502"/>
                  </a:lnTo>
                  <a:lnTo>
                    <a:pt x="5881268" y="2540711"/>
                  </a:lnTo>
                  <a:lnTo>
                    <a:pt x="5895200" y="2585593"/>
                  </a:lnTo>
                  <a:lnTo>
                    <a:pt x="5917247" y="2626220"/>
                  </a:lnTo>
                  <a:lnTo>
                    <a:pt x="5946457" y="2661602"/>
                  </a:lnTo>
                  <a:lnTo>
                    <a:pt x="5981839" y="2690812"/>
                  </a:lnTo>
                  <a:lnTo>
                    <a:pt x="6022467" y="2712859"/>
                  </a:lnTo>
                  <a:lnTo>
                    <a:pt x="6067349" y="2726791"/>
                  </a:lnTo>
                  <a:lnTo>
                    <a:pt x="6115558" y="2731643"/>
                  </a:lnTo>
                  <a:lnTo>
                    <a:pt x="12696063" y="2731643"/>
                  </a:lnTo>
                  <a:lnTo>
                    <a:pt x="12744260" y="2726791"/>
                  </a:lnTo>
                  <a:lnTo>
                    <a:pt x="12789141" y="2712859"/>
                  </a:lnTo>
                  <a:lnTo>
                    <a:pt x="12829769" y="2690812"/>
                  </a:lnTo>
                  <a:lnTo>
                    <a:pt x="12865164" y="2661615"/>
                  </a:lnTo>
                  <a:lnTo>
                    <a:pt x="12894361" y="2626220"/>
                  </a:lnTo>
                  <a:lnTo>
                    <a:pt x="12916408" y="2585593"/>
                  </a:lnTo>
                  <a:lnTo>
                    <a:pt x="12930340" y="2540711"/>
                  </a:lnTo>
                  <a:lnTo>
                    <a:pt x="12935204" y="2492502"/>
                  </a:lnTo>
                  <a:lnTo>
                    <a:pt x="12935204" y="239141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06880">
              <a:lnSpc>
                <a:spcPct val="100000"/>
              </a:lnSpc>
              <a:spcBef>
                <a:spcPts val="95"/>
              </a:spcBef>
            </a:pPr>
            <a:r>
              <a:rPr spc="-320" dirty="0"/>
              <a:t>A</a:t>
            </a:r>
            <a:r>
              <a:rPr spc="-960" dirty="0"/>
              <a:t>L</a:t>
            </a:r>
            <a:r>
              <a:rPr spc="-330" dirty="0"/>
              <a:t>TERN</a:t>
            </a:r>
            <a:r>
              <a:rPr spc="-725" dirty="0"/>
              <a:t>A</a:t>
            </a:r>
            <a:r>
              <a:rPr spc="-330" dirty="0"/>
              <a:t>TIV</a:t>
            </a:r>
            <a:r>
              <a:rPr spc="-310" dirty="0"/>
              <a:t>E</a:t>
            </a:r>
            <a:r>
              <a:rPr spc="-320" dirty="0"/>
              <a:t>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1198245" cy="2308860"/>
            <a:chOff x="0" y="0"/>
            <a:chExt cx="1198245" cy="2308860"/>
          </a:xfrm>
        </p:grpSpPr>
        <p:sp>
          <p:nvSpPr>
            <p:cNvPr id="8" name="object 8"/>
            <p:cNvSpPr/>
            <p:nvPr/>
          </p:nvSpPr>
          <p:spPr>
            <a:xfrm>
              <a:off x="0" y="415999"/>
              <a:ext cx="1144270" cy="1892935"/>
            </a:xfrm>
            <a:custGeom>
              <a:avLst/>
              <a:gdLst/>
              <a:ahLst/>
              <a:cxnLst/>
              <a:rect l="l" t="t" r="r" b="b"/>
              <a:pathLst>
                <a:path w="1144270" h="1892935">
                  <a:moveTo>
                    <a:pt x="0" y="0"/>
                  </a:moveTo>
                  <a:lnTo>
                    <a:pt x="0" y="1658009"/>
                  </a:lnTo>
                  <a:lnTo>
                    <a:pt x="61612" y="1731358"/>
                  </a:lnTo>
                  <a:lnTo>
                    <a:pt x="131601" y="1796917"/>
                  </a:lnTo>
                  <a:lnTo>
                    <a:pt x="169970" y="1824817"/>
                  </a:lnTo>
                  <a:lnTo>
                    <a:pt x="210847" y="1848588"/>
                  </a:lnTo>
                  <a:lnTo>
                    <a:pt x="254428" y="1867574"/>
                  </a:lnTo>
                  <a:lnTo>
                    <a:pt x="301991" y="1881468"/>
                  </a:lnTo>
                  <a:lnTo>
                    <a:pt x="350535" y="1889618"/>
                  </a:lnTo>
                  <a:lnTo>
                    <a:pt x="399818" y="1892835"/>
                  </a:lnTo>
                  <a:lnTo>
                    <a:pt x="499635" y="1887710"/>
                  </a:lnTo>
                  <a:lnTo>
                    <a:pt x="697135" y="1853659"/>
                  </a:lnTo>
                  <a:lnTo>
                    <a:pt x="841835" y="1816157"/>
                  </a:lnTo>
                  <a:lnTo>
                    <a:pt x="932213" y="1778964"/>
                  </a:lnTo>
                  <a:lnTo>
                    <a:pt x="973774" y="1755212"/>
                  </a:lnTo>
                  <a:lnTo>
                    <a:pt x="1012115" y="1727355"/>
                  </a:lnTo>
                  <a:lnTo>
                    <a:pt x="1046636" y="1694895"/>
                  </a:lnTo>
                  <a:lnTo>
                    <a:pt x="1076737" y="1657332"/>
                  </a:lnTo>
                  <a:lnTo>
                    <a:pt x="1101510" y="1614832"/>
                  </a:lnTo>
                  <a:lnTo>
                    <a:pt x="1119869" y="1569653"/>
                  </a:lnTo>
                  <a:lnTo>
                    <a:pt x="1132556" y="1522332"/>
                  </a:lnTo>
                  <a:lnTo>
                    <a:pt x="1140313" y="1473407"/>
                  </a:lnTo>
                  <a:lnTo>
                    <a:pt x="1143881" y="1423417"/>
                  </a:lnTo>
                  <a:lnTo>
                    <a:pt x="1141418" y="1322392"/>
                  </a:lnTo>
                  <a:lnTo>
                    <a:pt x="1124436" y="1173604"/>
                  </a:lnTo>
                  <a:lnTo>
                    <a:pt x="1088144" y="977766"/>
                  </a:lnTo>
                  <a:lnTo>
                    <a:pt x="1036853" y="785295"/>
                  </a:lnTo>
                  <a:lnTo>
                    <a:pt x="968834" y="595314"/>
                  </a:lnTo>
                  <a:lnTo>
                    <a:pt x="922140" y="504796"/>
                  </a:lnTo>
                  <a:lnTo>
                    <a:pt x="893754" y="463171"/>
                  </a:lnTo>
                  <a:lnTo>
                    <a:pt x="861293" y="424940"/>
                  </a:lnTo>
                  <a:lnTo>
                    <a:pt x="824220" y="390829"/>
                  </a:lnTo>
                  <a:lnTo>
                    <a:pt x="784868" y="362957"/>
                  </a:lnTo>
                  <a:lnTo>
                    <a:pt x="743065" y="340127"/>
                  </a:lnTo>
                  <a:lnTo>
                    <a:pt x="699181" y="321536"/>
                  </a:lnTo>
                  <a:lnTo>
                    <a:pt x="606652" y="293858"/>
                  </a:lnTo>
                  <a:lnTo>
                    <a:pt x="364827" y="242598"/>
                  </a:lnTo>
                  <a:lnTo>
                    <a:pt x="271669" y="212391"/>
                  </a:lnTo>
                  <a:lnTo>
                    <a:pt x="227542" y="192260"/>
                  </a:lnTo>
                  <a:lnTo>
                    <a:pt x="185567" y="168767"/>
                  </a:lnTo>
                  <a:lnTo>
                    <a:pt x="107947" y="112621"/>
                  </a:lnTo>
                  <a:lnTo>
                    <a:pt x="38563" y="45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205" y="0"/>
              <a:ext cx="1123315" cy="517525"/>
            </a:xfrm>
            <a:custGeom>
              <a:avLst/>
              <a:gdLst/>
              <a:ahLst/>
              <a:cxnLst/>
              <a:rect l="l" t="t" r="r" b="b"/>
              <a:pathLst>
                <a:path w="1123315" h="517525">
                  <a:moveTo>
                    <a:pt x="1059869" y="0"/>
                  </a:moveTo>
                  <a:lnTo>
                    <a:pt x="0" y="0"/>
                  </a:lnTo>
                  <a:lnTo>
                    <a:pt x="27343" y="45451"/>
                  </a:lnTo>
                  <a:lnTo>
                    <a:pt x="81706" y="122376"/>
                  </a:lnTo>
                  <a:lnTo>
                    <a:pt x="142780" y="194155"/>
                  </a:lnTo>
                  <a:lnTo>
                    <a:pt x="209975" y="260238"/>
                  </a:lnTo>
                  <a:lnTo>
                    <a:pt x="282704" y="320072"/>
                  </a:lnTo>
                  <a:lnTo>
                    <a:pt x="360377" y="373106"/>
                  </a:lnTo>
                  <a:lnTo>
                    <a:pt x="442407" y="418787"/>
                  </a:lnTo>
                  <a:lnTo>
                    <a:pt x="528205" y="456564"/>
                  </a:lnTo>
                  <a:lnTo>
                    <a:pt x="572333" y="472317"/>
                  </a:lnTo>
                  <a:lnTo>
                    <a:pt x="617182" y="485886"/>
                  </a:lnTo>
                  <a:lnTo>
                    <a:pt x="662679" y="497203"/>
                  </a:lnTo>
                  <a:lnTo>
                    <a:pt x="708751" y="506200"/>
                  </a:lnTo>
                  <a:lnTo>
                    <a:pt x="755323" y="512806"/>
                  </a:lnTo>
                  <a:lnTo>
                    <a:pt x="809989" y="517007"/>
                  </a:lnTo>
                  <a:lnTo>
                    <a:pt x="864958" y="516057"/>
                  </a:lnTo>
                  <a:lnTo>
                    <a:pt x="918666" y="508260"/>
                  </a:lnTo>
                  <a:lnTo>
                    <a:pt x="969548" y="491921"/>
                  </a:lnTo>
                  <a:lnTo>
                    <a:pt x="1016039" y="465345"/>
                  </a:lnTo>
                  <a:lnTo>
                    <a:pt x="1049985" y="434719"/>
                  </a:lnTo>
                  <a:lnTo>
                    <a:pt x="1077278" y="398237"/>
                  </a:lnTo>
                  <a:lnTo>
                    <a:pt x="1098065" y="357243"/>
                  </a:lnTo>
                  <a:lnTo>
                    <a:pt x="1112492" y="313076"/>
                  </a:lnTo>
                  <a:lnTo>
                    <a:pt x="1120705" y="267080"/>
                  </a:lnTo>
                  <a:lnTo>
                    <a:pt x="1122849" y="220597"/>
                  </a:lnTo>
                  <a:lnTo>
                    <a:pt x="1118741" y="170556"/>
                  </a:lnTo>
                  <a:lnTo>
                    <a:pt x="1108932" y="121459"/>
                  </a:lnTo>
                  <a:lnTo>
                    <a:pt x="1093952" y="73579"/>
                  </a:lnTo>
                  <a:lnTo>
                    <a:pt x="1074330" y="27190"/>
                  </a:lnTo>
                  <a:lnTo>
                    <a:pt x="1059869" y="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1893316" y="2337689"/>
            <a:ext cx="7189470" cy="2735580"/>
          </a:xfrm>
          <a:custGeom>
            <a:avLst/>
            <a:gdLst/>
            <a:ahLst/>
            <a:cxnLst/>
            <a:rect l="l" t="t" r="r" b="b"/>
            <a:pathLst>
              <a:path w="7189470" h="2735579">
                <a:moveTo>
                  <a:pt x="6963536" y="0"/>
                </a:moveTo>
                <a:lnTo>
                  <a:pt x="225425" y="0"/>
                </a:lnTo>
                <a:lnTo>
                  <a:pt x="180005" y="4575"/>
                </a:lnTo>
                <a:lnTo>
                  <a:pt x="137695" y="17700"/>
                </a:lnTo>
                <a:lnTo>
                  <a:pt x="99404" y="38469"/>
                </a:lnTo>
                <a:lnTo>
                  <a:pt x="66039" y="65976"/>
                </a:lnTo>
                <a:lnTo>
                  <a:pt x="38509" y="99317"/>
                </a:lnTo>
                <a:lnTo>
                  <a:pt x="17720" y="137588"/>
                </a:lnTo>
                <a:lnTo>
                  <a:pt x="4581" y="179883"/>
                </a:lnTo>
                <a:lnTo>
                  <a:pt x="0" y="225297"/>
                </a:lnTo>
                <a:lnTo>
                  <a:pt x="0" y="2509773"/>
                </a:lnTo>
                <a:lnTo>
                  <a:pt x="4371" y="2553912"/>
                </a:lnTo>
                <a:lnTo>
                  <a:pt x="17160" y="2595991"/>
                </a:lnTo>
                <a:lnTo>
                  <a:pt x="37879" y="2634807"/>
                </a:lnTo>
                <a:lnTo>
                  <a:pt x="66039" y="2669158"/>
                </a:lnTo>
                <a:lnTo>
                  <a:pt x="100373" y="2697245"/>
                </a:lnTo>
                <a:lnTo>
                  <a:pt x="139160" y="2717926"/>
                </a:lnTo>
                <a:lnTo>
                  <a:pt x="181232" y="2730702"/>
                </a:lnTo>
                <a:lnTo>
                  <a:pt x="225425" y="2735071"/>
                </a:lnTo>
                <a:lnTo>
                  <a:pt x="6963536" y="2735071"/>
                </a:lnTo>
                <a:lnTo>
                  <a:pt x="7008993" y="2730496"/>
                </a:lnTo>
                <a:lnTo>
                  <a:pt x="7051319" y="2717371"/>
                </a:lnTo>
                <a:lnTo>
                  <a:pt x="7089613" y="2696602"/>
                </a:lnTo>
                <a:lnTo>
                  <a:pt x="7122969" y="2669095"/>
                </a:lnTo>
                <a:lnTo>
                  <a:pt x="7150486" y="2635754"/>
                </a:lnTo>
                <a:lnTo>
                  <a:pt x="7171259" y="2597483"/>
                </a:lnTo>
                <a:lnTo>
                  <a:pt x="7184385" y="2555188"/>
                </a:lnTo>
                <a:lnTo>
                  <a:pt x="7188961" y="2509773"/>
                </a:lnTo>
                <a:lnTo>
                  <a:pt x="7188961" y="225297"/>
                </a:lnTo>
                <a:lnTo>
                  <a:pt x="7184385" y="179883"/>
                </a:lnTo>
                <a:lnTo>
                  <a:pt x="7171259" y="137588"/>
                </a:lnTo>
                <a:lnTo>
                  <a:pt x="7150486" y="99317"/>
                </a:lnTo>
                <a:lnTo>
                  <a:pt x="7122969" y="65976"/>
                </a:lnTo>
                <a:lnTo>
                  <a:pt x="7089613" y="38469"/>
                </a:lnTo>
                <a:lnTo>
                  <a:pt x="7051319" y="17700"/>
                </a:lnTo>
                <a:lnTo>
                  <a:pt x="7008993" y="4575"/>
                </a:lnTo>
                <a:lnTo>
                  <a:pt x="6963536" y="0"/>
                </a:lnTo>
                <a:close/>
              </a:path>
            </a:pathLst>
          </a:custGeom>
          <a:solidFill>
            <a:srgbClr val="CEB3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614025" y="0"/>
            <a:ext cx="7673975" cy="5073015"/>
          </a:xfrm>
          <a:custGeom>
            <a:avLst/>
            <a:gdLst/>
            <a:ahLst/>
            <a:cxnLst/>
            <a:rect l="l" t="t" r="r" b="b"/>
            <a:pathLst>
              <a:path w="7673975" h="5073015">
                <a:moveTo>
                  <a:pt x="7058914" y="2626360"/>
                </a:moveTo>
                <a:lnTo>
                  <a:pt x="7054050" y="2578163"/>
                </a:lnTo>
                <a:lnTo>
                  <a:pt x="7040118" y="2533256"/>
                </a:lnTo>
                <a:lnTo>
                  <a:pt x="7018071" y="2492616"/>
                </a:lnTo>
                <a:lnTo>
                  <a:pt x="6988873" y="2457196"/>
                </a:lnTo>
                <a:lnTo>
                  <a:pt x="6953478" y="2427973"/>
                </a:lnTo>
                <a:lnTo>
                  <a:pt x="6912851" y="2405913"/>
                </a:lnTo>
                <a:lnTo>
                  <a:pt x="6867969" y="2391956"/>
                </a:lnTo>
                <a:lnTo>
                  <a:pt x="6819773" y="2387092"/>
                </a:lnTo>
                <a:lnTo>
                  <a:pt x="239268" y="2387092"/>
                </a:lnTo>
                <a:lnTo>
                  <a:pt x="191058" y="2391956"/>
                </a:lnTo>
                <a:lnTo>
                  <a:pt x="146151" y="2405913"/>
                </a:lnTo>
                <a:lnTo>
                  <a:pt x="105511" y="2427973"/>
                </a:lnTo>
                <a:lnTo>
                  <a:pt x="70104" y="2457196"/>
                </a:lnTo>
                <a:lnTo>
                  <a:pt x="40868" y="2492616"/>
                </a:lnTo>
                <a:lnTo>
                  <a:pt x="18808" y="2533256"/>
                </a:lnTo>
                <a:lnTo>
                  <a:pt x="4851" y="2578163"/>
                </a:lnTo>
                <a:lnTo>
                  <a:pt x="0" y="2626360"/>
                </a:lnTo>
                <a:lnTo>
                  <a:pt x="0" y="4833620"/>
                </a:lnTo>
                <a:lnTo>
                  <a:pt x="4851" y="4881829"/>
                </a:lnTo>
                <a:lnTo>
                  <a:pt x="18808" y="4926711"/>
                </a:lnTo>
                <a:lnTo>
                  <a:pt x="40868" y="4967338"/>
                </a:lnTo>
                <a:lnTo>
                  <a:pt x="70104" y="5002733"/>
                </a:lnTo>
                <a:lnTo>
                  <a:pt x="105511" y="5031930"/>
                </a:lnTo>
                <a:lnTo>
                  <a:pt x="146151" y="5053977"/>
                </a:lnTo>
                <a:lnTo>
                  <a:pt x="191058" y="5067909"/>
                </a:lnTo>
                <a:lnTo>
                  <a:pt x="239268" y="5072761"/>
                </a:lnTo>
                <a:lnTo>
                  <a:pt x="6819773" y="5072761"/>
                </a:lnTo>
                <a:lnTo>
                  <a:pt x="6867969" y="5067909"/>
                </a:lnTo>
                <a:lnTo>
                  <a:pt x="6912851" y="5053977"/>
                </a:lnTo>
                <a:lnTo>
                  <a:pt x="6953478" y="5031930"/>
                </a:lnTo>
                <a:lnTo>
                  <a:pt x="6988873" y="5002720"/>
                </a:lnTo>
                <a:lnTo>
                  <a:pt x="7018071" y="4967338"/>
                </a:lnTo>
                <a:lnTo>
                  <a:pt x="7040118" y="4926711"/>
                </a:lnTo>
                <a:lnTo>
                  <a:pt x="7054050" y="4881829"/>
                </a:lnTo>
                <a:lnTo>
                  <a:pt x="7058914" y="4833620"/>
                </a:lnTo>
                <a:lnTo>
                  <a:pt x="7058914" y="2626360"/>
                </a:lnTo>
                <a:close/>
              </a:path>
              <a:path w="7673975" h="5073015">
                <a:moveTo>
                  <a:pt x="7673962" y="0"/>
                </a:moveTo>
                <a:lnTo>
                  <a:pt x="4022064" y="0"/>
                </a:lnTo>
                <a:lnTo>
                  <a:pt x="4022471" y="3797"/>
                </a:lnTo>
                <a:lnTo>
                  <a:pt x="4028897" y="52730"/>
                </a:lnTo>
                <a:lnTo>
                  <a:pt x="4036504" y="101396"/>
                </a:lnTo>
                <a:lnTo>
                  <a:pt x="4045458" y="149758"/>
                </a:lnTo>
                <a:lnTo>
                  <a:pt x="4055922" y="197739"/>
                </a:lnTo>
                <a:lnTo>
                  <a:pt x="4068064" y="245287"/>
                </a:lnTo>
                <a:lnTo>
                  <a:pt x="4082046" y="292366"/>
                </a:lnTo>
                <a:lnTo>
                  <a:pt x="4098036" y="338899"/>
                </a:lnTo>
                <a:lnTo>
                  <a:pt x="4116362" y="384886"/>
                </a:lnTo>
                <a:lnTo>
                  <a:pt x="4137177" y="430047"/>
                </a:lnTo>
                <a:lnTo>
                  <a:pt x="4160456" y="474103"/>
                </a:lnTo>
                <a:lnTo>
                  <a:pt x="4186148" y="516775"/>
                </a:lnTo>
                <a:lnTo>
                  <a:pt x="4214228" y="557784"/>
                </a:lnTo>
                <a:lnTo>
                  <a:pt x="4244657" y="596874"/>
                </a:lnTo>
                <a:lnTo>
                  <a:pt x="4277385" y="633742"/>
                </a:lnTo>
                <a:lnTo>
                  <a:pt x="4312374" y="668121"/>
                </a:lnTo>
                <a:lnTo>
                  <a:pt x="4349597" y="699744"/>
                </a:lnTo>
                <a:lnTo>
                  <a:pt x="4389018" y="728332"/>
                </a:lnTo>
                <a:lnTo>
                  <a:pt x="4430573" y="753592"/>
                </a:lnTo>
                <a:lnTo>
                  <a:pt x="4474248" y="775271"/>
                </a:lnTo>
                <a:lnTo>
                  <a:pt x="4519993" y="793076"/>
                </a:lnTo>
                <a:lnTo>
                  <a:pt x="4569523" y="807453"/>
                </a:lnTo>
                <a:lnTo>
                  <a:pt x="4619904" y="818007"/>
                </a:lnTo>
                <a:lnTo>
                  <a:pt x="4670882" y="825779"/>
                </a:lnTo>
                <a:lnTo>
                  <a:pt x="4722279" y="831811"/>
                </a:lnTo>
                <a:lnTo>
                  <a:pt x="4825403" y="842835"/>
                </a:lnTo>
                <a:lnTo>
                  <a:pt x="4876711" y="849884"/>
                </a:lnTo>
                <a:lnTo>
                  <a:pt x="4927549" y="859358"/>
                </a:lnTo>
                <a:lnTo>
                  <a:pt x="4975923" y="871664"/>
                </a:lnTo>
                <a:lnTo>
                  <a:pt x="5023282" y="887285"/>
                </a:lnTo>
                <a:lnTo>
                  <a:pt x="5069433" y="906068"/>
                </a:lnTo>
                <a:lnTo>
                  <a:pt x="5114252" y="927887"/>
                </a:lnTo>
                <a:lnTo>
                  <a:pt x="5157584" y="952588"/>
                </a:lnTo>
                <a:lnTo>
                  <a:pt x="5199253" y="980033"/>
                </a:lnTo>
                <a:lnTo>
                  <a:pt x="5239118" y="1010069"/>
                </a:lnTo>
                <a:lnTo>
                  <a:pt x="5277015" y="1042568"/>
                </a:lnTo>
                <a:lnTo>
                  <a:pt x="5312803" y="1077391"/>
                </a:lnTo>
                <a:lnTo>
                  <a:pt x="5346331" y="1114374"/>
                </a:lnTo>
                <a:lnTo>
                  <a:pt x="5377434" y="1153401"/>
                </a:lnTo>
                <a:lnTo>
                  <a:pt x="5405958" y="1194320"/>
                </a:lnTo>
                <a:lnTo>
                  <a:pt x="5431739" y="1236980"/>
                </a:lnTo>
                <a:lnTo>
                  <a:pt x="5454650" y="1281252"/>
                </a:lnTo>
                <a:lnTo>
                  <a:pt x="5474513" y="1326984"/>
                </a:lnTo>
                <a:lnTo>
                  <a:pt x="5491175" y="1374051"/>
                </a:lnTo>
                <a:lnTo>
                  <a:pt x="5504180" y="1419555"/>
                </a:lnTo>
                <a:lnTo>
                  <a:pt x="5515114" y="1466024"/>
                </a:lnTo>
                <a:lnTo>
                  <a:pt x="5524500" y="1513205"/>
                </a:lnTo>
                <a:lnTo>
                  <a:pt x="5532818" y="1560817"/>
                </a:lnTo>
                <a:lnTo>
                  <a:pt x="5548350" y="1656321"/>
                </a:lnTo>
                <a:lnTo>
                  <a:pt x="5556580" y="1703692"/>
                </a:lnTo>
                <a:lnTo>
                  <a:pt x="5565800" y="1750441"/>
                </a:lnTo>
                <a:lnTo>
                  <a:pt x="5576506" y="1796300"/>
                </a:lnTo>
                <a:lnTo>
                  <a:pt x="5589219" y="1841030"/>
                </a:lnTo>
                <a:lnTo>
                  <a:pt x="5604446" y="1884349"/>
                </a:lnTo>
                <a:lnTo>
                  <a:pt x="5622696" y="1926005"/>
                </a:lnTo>
                <a:lnTo>
                  <a:pt x="5644489" y="1965731"/>
                </a:lnTo>
                <a:lnTo>
                  <a:pt x="5670308" y="2003247"/>
                </a:lnTo>
                <a:lnTo>
                  <a:pt x="5700687" y="2038299"/>
                </a:lnTo>
                <a:lnTo>
                  <a:pt x="5737022" y="2071141"/>
                </a:lnTo>
                <a:lnTo>
                  <a:pt x="5776684" y="2099043"/>
                </a:lnTo>
                <a:lnTo>
                  <a:pt x="5819229" y="2122360"/>
                </a:lnTo>
                <a:lnTo>
                  <a:pt x="5864187" y="2141397"/>
                </a:lnTo>
                <a:lnTo>
                  <a:pt x="5911100" y="2156498"/>
                </a:lnTo>
                <a:lnTo>
                  <a:pt x="5959513" y="2167953"/>
                </a:lnTo>
                <a:lnTo>
                  <a:pt x="6008509" y="2176043"/>
                </a:lnTo>
                <a:lnTo>
                  <a:pt x="6008116" y="2176030"/>
                </a:lnTo>
                <a:lnTo>
                  <a:pt x="6058979" y="2181301"/>
                </a:lnTo>
                <a:lnTo>
                  <a:pt x="6109119" y="2183828"/>
                </a:lnTo>
                <a:lnTo>
                  <a:pt x="6158916" y="2184019"/>
                </a:lnTo>
                <a:lnTo>
                  <a:pt x="6208407" y="2182418"/>
                </a:lnTo>
                <a:lnTo>
                  <a:pt x="6257925" y="2179688"/>
                </a:lnTo>
                <a:lnTo>
                  <a:pt x="6406477" y="2169528"/>
                </a:lnTo>
                <a:lnTo>
                  <a:pt x="6455918" y="2167102"/>
                </a:lnTo>
                <a:lnTo>
                  <a:pt x="6505283" y="2165959"/>
                </a:lnTo>
                <a:lnTo>
                  <a:pt x="6554559" y="2166594"/>
                </a:lnTo>
                <a:lnTo>
                  <a:pt x="6603720" y="2169464"/>
                </a:lnTo>
                <a:lnTo>
                  <a:pt x="6652755" y="2175091"/>
                </a:lnTo>
                <a:lnTo>
                  <a:pt x="6699771" y="2183498"/>
                </a:lnTo>
                <a:lnTo>
                  <a:pt x="6745859" y="2194776"/>
                </a:lnTo>
                <a:lnTo>
                  <a:pt x="6790995" y="2208796"/>
                </a:lnTo>
                <a:lnTo>
                  <a:pt x="6835114" y="2225459"/>
                </a:lnTo>
                <a:lnTo>
                  <a:pt x="6878206" y="2244623"/>
                </a:lnTo>
                <a:lnTo>
                  <a:pt x="6920204" y="2266188"/>
                </a:lnTo>
                <a:lnTo>
                  <a:pt x="6961086" y="2290026"/>
                </a:lnTo>
                <a:lnTo>
                  <a:pt x="7000799" y="2316035"/>
                </a:lnTo>
                <a:lnTo>
                  <a:pt x="7039305" y="2344077"/>
                </a:lnTo>
                <a:lnTo>
                  <a:pt x="7076580" y="2374036"/>
                </a:lnTo>
                <a:lnTo>
                  <a:pt x="7112559" y="2405811"/>
                </a:lnTo>
                <a:lnTo>
                  <a:pt x="7147204" y="2439263"/>
                </a:lnTo>
                <a:lnTo>
                  <a:pt x="7180491" y="2474290"/>
                </a:lnTo>
                <a:lnTo>
                  <a:pt x="7212381" y="2510777"/>
                </a:lnTo>
                <a:lnTo>
                  <a:pt x="7242810" y="2548585"/>
                </a:lnTo>
                <a:lnTo>
                  <a:pt x="7271753" y="2587625"/>
                </a:lnTo>
                <a:lnTo>
                  <a:pt x="7299172" y="2627744"/>
                </a:lnTo>
                <a:lnTo>
                  <a:pt x="7325017" y="2668854"/>
                </a:lnTo>
                <a:lnTo>
                  <a:pt x="7349261" y="2710827"/>
                </a:lnTo>
                <a:lnTo>
                  <a:pt x="7371842" y="2753550"/>
                </a:lnTo>
                <a:lnTo>
                  <a:pt x="7392746" y="2796895"/>
                </a:lnTo>
                <a:lnTo>
                  <a:pt x="7412495" y="2841841"/>
                </a:lnTo>
                <a:lnTo>
                  <a:pt x="7430821" y="2887332"/>
                </a:lnTo>
                <a:lnTo>
                  <a:pt x="7447813" y="2933306"/>
                </a:lnTo>
                <a:lnTo>
                  <a:pt x="7463523" y="2979737"/>
                </a:lnTo>
                <a:lnTo>
                  <a:pt x="7478027" y="3026562"/>
                </a:lnTo>
                <a:lnTo>
                  <a:pt x="7491387" y="3073743"/>
                </a:lnTo>
                <a:lnTo>
                  <a:pt x="7503693" y="3121228"/>
                </a:lnTo>
                <a:lnTo>
                  <a:pt x="7514984" y="3168967"/>
                </a:lnTo>
                <a:lnTo>
                  <a:pt x="7525359" y="3216922"/>
                </a:lnTo>
                <a:lnTo>
                  <a:pt x="7534872" y="3265043"/>
                </a:lnTo>
                <a:lnTo>
                  <a:pt x="7543584" y="3313277"/>
                </a:lnTo>
                <a:lnTo>
                  <a:pt x="7549934" y="3353955"/>
                </a:lnTo>
                <a:lnTo>
                  <a:pt x="7556982" y="3397186"/>
                </a:lnTo>
                <a:lnTo>
                  <a:pt x="7566558" y="3440176"/>
                </a:lnTo>
                <a:lnTo>
                  <a:pt x="7580503" y="3480092"/>
                </a:lnTo>
                <a:lnTo>
                  <a:pt x="7600645" y="3514128"/>
                </a:lnTo>
                <a:lnTo>
                  <a:pt x="7666888" y="3553307"/>
                </a:lnTo>
                <a:lnTo>
                  <a:pt x="7673962" y="3553231"/>
                </a:lnTo>
                <a:lnTo>
                  <a:pt x="7673962" y="0"/>
                </a:lnTo>
                <a:close/>
              </a:path>
            </a:pathLst>
          </a:custGeom>
          <a:solidFill>
            <a:srgbClr val="CEB3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205608" y="3167633"/>
            <a:ext cx="6835775" cy="743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1.</a:t>
            </a:r>
            <a:r>
              <a:rPr sz="1800" spc="3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4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instance,</a:t>
            </a:r>
            <a:r>
              <a:rPr sz="1800" spc="45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substituting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Wi-</a:t>
            </a:r>
            <a:r>
              <a:rPr sz="1800" dirty="0">
                <a:latin typeface="Times New Roman"/>
                <a:cs typeface="Times New Roman"/>
              </a:rPr>
              <a:t>Fi</a:t>
            </a:r>
            <a:r>
              <a:rPr sz="1800" spc="4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(ESP8266)</a:t>
            </a:r>
            <a:r>
              <a:rPr sz="1800" spc="45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mobile</a:t>
            </a:r>
            <a:r>
              <a:rPr sz="1800" spc="459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network-</a:t>
            </a:r>
            <a:endParaRPr sz="1800">
              <a:latin typeface="Times New Roman"/>
              <a:cs typeface="Times New Roman"/>
            </a:endParaRPr>
          </a:p>
          <a:p>
            <a:pPr marL="281940">
              <a:lnSpc>
                <a:spcPct val="100000"/>
              </a:lnSpc>
              <a:spcBef>
                <a:spcPts val="1330"/>
              </a:spcBef>
            </a:pP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control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GSM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Module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(SIM800L).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53141" y="2875026"/>
            <a:ext cx="698436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latin typeface="Times New Roman"/>
                <a:cs typeface="Times New Roman"/>
              </a:rPr>
              <a:t>2.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Blynk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Cloud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replaced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MQTT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protocol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private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cloud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53141" y="3406902"/>
            <a:ext cx="2657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server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enhanced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security.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15025" y="6136194"/>
            <a:ext cx="6984365" cy="1043305"/>
          </a:xfrm>
          <a:prstGeom prst="rect">
            <a:avLst/>
          </a:prstGeom>
        </p:spPr>
        <p:txBody>
          <a:bodyPr vert="horz" wrap="square" lIns="0" tIns="222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5"/>
              </a:spcBef>
              <a:tabLst>
                <a:tab pos="385445" algn="l"/>
                <a:tab pos="1010285" algn="l"/>
                <a:tab pos="1906905" algn="l"/>
                <a:tab pos="2435860" algn="l"/>
                <a:tab pos="2888615" algn="l"/>
                <a:tab pos="3237230" algn="l"/>
                <a:tab pos="4147185" algn="l"/>
                <a:tab pos="4688205" algn="l"/>
                <a:tab pos="5502275" algn="l"/>
                <a:tab pos="6195695" algn="l"/>
              </a:tabLst>
            </a:pPr>
            <a:r>
              <a:rPr sz="2500" spc="-25" dirty="0">
                <a:latin typeface="Times New Roman"/>
                <a:cs typeface="Times New Roman"/>
              </a:rPr>
              <a:t>3.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1800" spc="-20" dirty="0">
                <a:latin typeface="Times New Roman"/>
                <a:cs typeface="Times New Roman"/>
              </a:rPr>
              <a:t>Also,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Arduino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Uno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can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be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replaced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0" dirty="0">
                <a:latin typeface="Times New Roman"/>
                <a:cs typeface="Times New Roman"/>
              </a:rPr>
              <a:t>with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ESP32,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which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supports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800" dirty="0">
                <a:latin typeface="Times New Roman"/>
                <a:cs typeface="Times New Roman"/>
              </a:rPr>
              <a:t>onboard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Wi-</a:t>
            </a:r>
            <a:r>
              <a:rPr sz="1800" dirty="0">
                <a:latin typeface="Times New Roman"/>
                <a:cs typeface="Times New Roman"/>
              </a:rPr>
              <a:t>Fi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Bluetooth,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reducing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external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modules.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-4" y="7045624"/>
            <a:ext cx="17656175" cy="3241675"/>
            <a:chOff x="-4" y="7045624"/>
            <a:chExt cx="17656175" cy="3241675"/>
          </a:xfrm>
        </p:grpSpPr>
        <p:sp>
          <p:nvSpPr>
            <p:cNvPr id="17" name="object 17"/>
            <p:cNvSpPr/>
            <p:nvPr/>
          </p:nvSpPr>
          <p:spPr>
            <a:xfrm>
              <a:off x="-4" y="7045624"/>
              <a:ext cx="2998470" cy="3241675"/>
            </a:xfrm>
            <a:custGeom>
              <a:avLst/>
              <a:gdLst/>
              <a:ahLst/>
              <a:cxnLst/>
              <a:rect l="l" t="t" r="r" b="b"/>
              <a:pathLst>
                <a:path w="2998470" h="3241675">
                  <a:moveTo>
                    <a:pt x="332853" y="7524"/>
                  </a:moveTo>
                  <a:lnTo>
                    <a:pt x="283654" y="0"/>
                  </a:lnTo>
                  <a:lnTo>
                    <a:pt x="241504" y="7252"/>
                  </a:lnTo>
                  <a:lnTo>
                    <a:pt x="205110" y="28239"/>
                  </a:lnTo>
                  <a:lnTo>
                    <a:pt x="173825" y="60098"/>
                  </a:lnTo>
                  <a:lnTo>
                    <a:pt x="147002" y="99966"/>
                  </a:lnTo>
                  <a:lnTo>
                    <a:pt x="123992" y="144981"/>
                  </a:lnTo>
                  <a:lnTo>
                    <a:pt x="104149" y="192281"/>
                  </a:lnTo>
                  <a:lnTo>
                    <a:pt x="86825" y="239002"/>
                  </a:lnTo>
                  <a:lnTo>
                    <a:pt x="71372" y="282283"/>
                  </a:lnTo>
                  <a:lnTo>
                    <a:pt x="57143" y="319262"/>
                  </a:lnTo>
                  <a:lnTo>
                    <a:pt x="38249" y="365127"/>
                  </a:lnTo>
                  <a:lnTo>
                    <a:pt x="19997" y="411263"/>
                  </a:lnTo>
                  <a:lnTo>
                    <a:pt x="2445" y="457672"/>
                  </a:lnTo>
                  <a:lnTo>
                    <a:pt x="0" y="464469"/>
                  </a:lnTo>
                  <a:lnTo>
                    <a:pt x="4" y="3241373"/>
                  </a:lnTo>
                  <a:lnTo>
                    <a:pt x="2998288" y="3241384"/>
                  </a:lnTo>
                  <a:lnTo>
                    <a:pt x="2994969" y="3239426"/>
                  </a:lnTo>
                  <a:lnTo>
                    <a:pt x="2948379" y="3217257"/>
                  </a:lnTo>
                  <a:lnTo>
                    <a:pt x="2900350" y="3198723"/>
                  </a:lnTo>
                  <a:lnTo>
                    <a:pt x="2851264" y="3182832"/>
                  </a:lnTo>
                  <a:lnTo>
                    <a:pt x="2801501" y="3168594"/>
                  </a:lnTo>
                  <a:lnTo>
                    <a:pt x="2701467" y="3141110"/>
                  </a:lnTo>
                  <a:lnTo>
                    <a:pt x="2651956" y="3125883"/>
                  </a:lnTo>
                  <a:lnTo>
                    <a:pt x="2603291" y="3108344"/>
                  </a:lnTo>
                  <a:lnTo>
                    <a:pt x="2557509" y="3088397"/>
                  </a:lnTo>
                  <a:lnTo>
                    <a:pt x="2513280" y="3065348"/>
                  </a:lnTo>
                  <a:lnTo>
                    <a:pt x="2470735" y="3039363"/>
                  </a:lnTo>
                  <a:lnTo>
                    <a:pt x="2430002" y="3010608"/>
                  </a:lnTo>
                  <a:lnTo>
                    <a:pt x="2391212" y="2979246"/>
                  </a:lnTo>
                  <a:lnTo>
                    <a:pt x="2354493" y="2945443"/>
                  </a:lnTo>
                  <a:lnTo>
                    <a:pt x="2319976" y="2909363"/>
                  </a:lnTo>
                  <a:lnTo>
                    <a:pt x="2287789" y="2871172"/>
                  </a:lnTo>
                  <a:lnTo>
                    <a:pt x="2258064" y="2831035"/>
                  </a:lnTo>
                  <a:lnTo>
                    <a:pt x="2230928" y="2789116"/>
                  </a:lnTo>
                  <a:lnTo>
                    <a:pt x="2206511" y="2745581"/>
                  </a:lnTo>
                  <a:lnTo>
                    <a:pt x="2184944" y="2700593"/>
                  </a:lnTo>
                  <a:lnTo>
                    <a:pt x="2166355" y="2654319"/>
                  </a:lnTo>
                  <a:lnTo>
                    <a:pt x="2150875" y="2606923"/>
                  </a:lnTo>
                  <a:lnTo>
                    <a:pt x="2138632" y="2558570"/>
                  </a:lnTo>
                  <a:lnTo>
                    <a:pt x="2129756" y="2509426"/>
                  </a:lnTo>
                  <a:lnTo>
                    <a:pt x="2124247" y="2462411"/>
                  </a:lnTo>
                  <a:lnTo>
                    <a:pt x="2120937" y="2414772"/>
                  </a:lnTo>
                  <a:lnTo>
                    <a:pt x="2119280" y="2366687"/>
                  </a:lnTo>
                  <a:lnTo>
                    <a:pt x="2118731" y="2318334"/>
                  </a:lnTo>
                  <a:lnTo>
                    <a:pt x="2118779" y="2221542"/>
                  </a:lnTo>
                  <a:lnTo>
                    <a:pt x="2118284" y="2173460"/>
                  </a:lnTo>
                  <a:lnTo>
                    <a:pt x="2116717" y="2125825"/>
                  </a:lnTo>
                  <a:lnTo>
                    <a:pt x="2113533" y="2078816"/>
                  </a:lnTo>
                  <a:lnTo>
                    <a:pt x="2108186" y="2032611"/>
                  </a:lnTo>
                  <a:lnTo>
                    <a:pt x="2100130" y="1987389"/>
                  </a:lnTo>
                  <a:lnTo>
                    <a:pt x="2088822" y="1943329"/>
                  </a:lnTo>
                  <a:lnTo>
                    <a:pt x="2073715" y="1900609"/>
                  </a:lnTo>
                  <a:lnTo>
                    <a:pt x="2054264" y="1859408"/>
                  </a:lnTo>
                  <a:lnTo>
                    <a:pt x="2029924" y="1819905"/>
                  </a:lnTo>
                  <a:lnTo>
                    <a:pt x="1999344" y="1781639"/>
                  </a:lnTo>
                  <a:lnTo>
                    <a:pt x="1964677" y="1747694"/>
                  </a:lnTo>
                  <a:lnTo>
                    <a:pt x="1926431" y="1717824"/>
                  </a:lnTo>
                  <a:lnTo>
                    <a:pt x="1885112" y="1691784"/>
                  </a:lnTo>
                  <a:lnTo>
                    <a:pt x="1207609" y="1555714"/>
                  </a:lnTo>
                  <a:lnTo>
                    <a:pt x="1159534" y="1544950"/>
                  </a:lnTo>
                  <a:lnTo>
                    <a:pt x="1112032" y="1531503"/>
                  </a:lnTo>
                  <a:lnTo>
                    <a:pt x="1066974" y="1515629"/>
                  </a:lnTo>
                  <a:lnTo>
                    <a:pt x="1023287" y="1497073"/>
                  </a:lnTo>
                  <a:lnTo>
                    <a:pt x="980993" y="1475958"/>
                  </a:lnTo>
                  <a:lnTo>
                    <a:pt x="940111" y="1452406"/>
                  </a:lnTo>
                  <a:lnTo>
                    <a:pt x="900664" y="1426542"/>
                  </a:lnTo>
                  <a:lnTo>
                    <a:pt x="862671" y="1398488"/>
                  </a:lnTo>
                  <a:lnTo>
                    <a:pt x="826155" y="1368367"/>
                  </a:lnTo>
                  <a:lnTo>
                    <a:pt x="791135" y="1336301"/>
                  </a:lnTo>
                  <a:lnTo>
                    <a:pt x="757634" y="1302414"/>
                  </a:lnTo>
                  <a:lnTo>
                    <a:pt x="725671" y="1266828"/>
                  </a:lnTo>
                  <a:lnTo>
                    <a:pt x="695268" y="1229667"/>
                  </a:lnTo>
                  <a:lnTo>
                    <a:pt x="666446" y="1191053"/>
                  </a:lnTo>
                  <a:lnTo>
                    <a:pt x="639226" y="1151109"/>
                  </a:lnTo>
                  <a:lnTo>
                    <a:pt x="613629" y="1109959"/>
                  </a:lnTo>
                  <a:lnTo>
                    <a:pt x="589676" y="1067725"/>
                  </a:lnTo>
                  <a:lnTo>
                    <a:pt x="567387" y="1024530"/>
                  </a:lnTo>
                  <a:lnTo>
                    <a:pt x="546785" y="980497"/>
                  </a:lnTo>
                  <a:lnTo>
                    <a:pt x="527889" y="935749"/>
                  </a:lnTo>
                  <a:lnTo>
                    <a:pt x="510720" y="890409"/>
                  </a:lnTo>
                  <a:lnTo>
                    <a:pt x="495301" y="844599"/>
                  </a:lnTo>
                  <a:lnTo>
                    <a:pt x="481651" y="798443"/>
                  </a:lnTo>
                  <a:lnTo>
                    <a:pt x="469397" y="750888"/>
                  </a:lnTo>
                  <a:lnTo>
                    <a:pt x="458626" y="703027"/>
                  </a:lnTo>
                  <a:lnTo>
                    <a:pt x="449263" y="654896"/>
                  </a:lnTo>
                  <a:lnTo>
                    <a:pt x="441231" y="606530"/>
                  </a:lnTo>
                  <a:lnTo>
                    <a:pt x="434455" y="557963"/>
                  </a:lnTo>
                  <a:lnTo>
                    <a:pt x="428859" y="509233"/>
                  </a:lnTo>
                  <a:lnTo>
                    <a:pt x="424366" y="460373"/>
                  </a:lnTo>
                  <a:lnTo>
                    <a:pt x="420902" y="411420"/>
                  </a:lnTo>
                  <a:lnTo>
                    <a:pt x="418389" y="362409"/>
                  </a:lnTo>
                  <a:lnTo>
                    <a:pt x="416753" y="313375"/>
                  </a:lnTo>
                  <a:lnTo>
                    <a:pt x="415917" y="264353"/>
                  </a:lnTo>
                  <a:lnTo>
                    <a:pt x="416201" y="223173"/>
                  </a:lnTo>
                  <a:lnTo>
                    <a:pt x="416208" y="179351"/>
                  </a:lnTo>
                  <a:lnTo>
                    <a:pt x="413675" y="135370"/>
                  </a:lnTo>
                  <a:lnTo>
                    <a:pt x="406337" y="93713"/>
                  </a:lnTo>
                  <a:lnTo>
                    <a:pt x="391931" y="56865"/>
                  </a:lnTo>
                  <a:lnTo>
                    <a:pt x="368191" y="27307"/>
                  </a:lnTo>
                  <a:lnTo>
                    <a:pt x="332853" y="7524"/>
                  </a:lnTo>
                  <a:close/>
                </a:path>
                <a:path w="2998470" h="3241675">
                  <a:moveTo>
                    <a:pt x="1650139" y="1610449"/>
                  </a:moveTo>
                  <a:lnTo>
                    <a:pt x="1601012" y="1602239"/>
                  </a:lnTo>
                  <a:lnTo>
                    <a:pt x="1551897" y="1595842"/>
                  </a:lnTo>
                  <a:lnTo>
                    <a:pt x="1502568" y="1590561"/>
                  </a:lnTo>
                  <a:lnTo>
                    <a:pt x="1354282" y="1576662"/>
                  </a:lnTo>
                  <a:lnTo>
                    <a:pt x="1305081" y="1571096"/>
                  </a:lnTo>
                  <a:lnTo>
                    <a:pt x="1256157" y="1564271"/>
                  </a:lnTo>
                  <a:lnTo>
                    <a:pt x="1207609" y="1555714"/>
                  </a:lnTo>
                  <a:lnTo>
                    <a:pt x="1874907" y="1686562"/>
                  </a:lnTo>
                  <a:lnTo>
                    <a:pt x="1841226" y="1669328"/>
                  </a:lnTo>
                  <a:lnTo>
                    <a:pt x="1795280" y="1650212"/>
                  </a:lnTo>
                  <a:lnTo>
                    <a:pt x="1748214" y="1634337"/>
                  </a:lnTo>
                  <a:lnTo>
                    <a:pt x="1748595" y="1634412"/>
                  </a:lnTo>
                  <a:lnTo>
                    <a:pt x="1699230" y="1621018"/>
                  </a:lnTo>
                  <a:lnTo>
                    <a:pt x="1650139" y="1610449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2925" y="9202369"/>
              <a:ext cx="17085945" cy="49530"/>
            </a:xfrm>
            <a:custGeom>
              <a:avLst/>
              <a:gdLst/>
              <a:ahLst/>
              <a:cxnLst/>
              <a:rect l="l" t="t" r="r" b="b"/>
              <a:pathLst>
                <a:path w="17085945" h="49529">
                  <a:moveTo>
                    <a:pt x="0" y="49403"/>
                  </a:moveTo>
                  <a:lnTo>
                    <a:pt x="5393385" y="0"/>
                  </a:lnTo>
                </a:path>
                <a:path w="17085945" h="49529">
                  <a:moveTo>
                    <a:pt x="14140002" y="0"/>
                  </a:moveTo>
                  <a:lnTo>
                    <a:pt x="17085640" y="0"/>
                  </a:lnTo>
                </a:path>
              </a:pathLst>
            </a:custGeom>
            <a:ln w="38100">
              <a:solidFill>
                <a:srgbClr val="A782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496664" y="8470392"/>
              <a:ext cx="1159510" cy="1159510"/>
            </a:xfrm>
            <a:custGeom>
              <a:avLst/>
              <a:gdLst/>
              <a:ahLst/>
              <a:cxnLst/>
              <a:rect l="l" t="t" r="r" b="b"/>
              <a:pathLst>
                <a:path w="1159509" h="1159509">
                  <a:moveTo>
                    <a:pt x="579500" y="0"/>
                  </a:moveTo>
                  <a:lnTo>
                    <a:pt x="531974" y="1921"/>
                  </a:lnTo>
                  <a:lnTo>
                    <a:pt x="485505" y="7585"/>
                  </a:lnTo>
                  <a:lnTo>
                    <a:pt x="440243" y="16842"/>
                  </a:lnTo>
                  <a:lnTo>
                    <a:pt x="396337" y="29544"/>
                  </a:lnTo>
                  <a:lnTo>
                    <a:pt x="353937" y="45542"/>
                  </a:lnTo>
                  <a:lnTo>
                    <a:pt x="313191" y="64686"/>
                  </a:lnTo>
                  <a:lnTo>
                    <a:pt x="274248" y="86828"/>
                  </a:lnTo>
                  <a:lnTo>
                    <a:pt x="237259" y="111817"/>
                  </a:lnTo>
                  <a:lnTo>
                    <a:pt x="202371" y="139506"/>
                  </a:lnTo>
                  <a:lnTo>
                    <a:pt x="169735" y="169745"/>
                  </a:lnTo>
                  <a:lnTo>
                    <a:pt x="139499" y="202384"/>
                  </a:lnTo>
                  <a:lnTo>
                    <a:pt x="111812" y="237275"/>
                  </a:lnTo>
                  <a:lnTo>
                    <a:pt x="86824" y="274269"/>
                  </a:lnTo>
                  <a:lnTo>
                    <a:pt x="64684" y="313217"/>
                  </a:lnTo>
                  <a:lnTo>
                    <a:pt x="45541" y="353969"/>
                  </a:lnTo>
                  <a:lnTo>
                    <a:pt x="29544" y="396376"/>
                  </a:lnTo>
                  <a:lnTo>
                    <a:pt x="16842" y="440290"/>
                  </a:lnTo>
                  <a:lnTo>
                    <a:pt x="7584" y="485560"/>
                  </a:lnTo>
                  <a:lnTo>
                    <a:pt x="1921" y="532039"/>
                  </a:lnTo>
                  <a:lnTo>
                    <a:pt x="0" y="579577"/>
                  </a:lnTo>
                  <a:lnTo>
                    <a:pt x="1921" y="627107"/>
                  </a:lnTo>
                  <a:lnTo>
                    <a:pt x="7584" y="673579"/>
                  </a:lnTo>
                  <a:lnTo>
                    <a:pt x="16842" y="718844"/>
                  </a:lnTo>
                  <a:lnTo>
                    <a:pt x="29544" y="762753"/>
                  </a:lnTo>
                  <a:lnTo>
                    <a:pt x="45541" y="805155"/>
                  </a:lnTo>
                  <a:lnTo>
                    <a:pt x="64684" y="845903"/>
                  </a:lnTo>
                  <a:lnTo>
                    <a:pt x="86824" y="884847"/>
                  </a:lnTo>
                  <a:lnTo>
                    <a:pt x="111812" y="921838"/>
                  </a:lnTo>
                  <a:lnTo>
                    <a:pt x="139499" y="956727"/>
                  </a:lnTo>
                  <a:lnTo>
                    <a:pt x="169735" y="989364"/>
                  </a:lnTo>
                  <a:lnTo>
                    <a:pt x="202371" y="1019601"/>
                  </a:lnTo>
                  <a:lnTo>
                    <a:pt x="237259" y="1047289"/>
                  </a:lnTo>
                  <a:lnTo>
                    <a:pt x="274248" y="1072277"/>
                  </a:lnTo>
                  <a:lnTo>
                    <a:pt x="313191" y="1094418"/>
                  </a:lnTo>
                  <a:lnTo>
                    <a:pt x="353937" y="1113561"/>
                  </a:lnTo>
                  <a:lnTo>
                    <a:pt x="396337" y="1129559"/>
                  </a:lnTo>
                  <a:lnTo>
                    <a:pt x="440243" y="1142261"/>
                  </a:lnTo>
                  <a:lnTo>
                    <a:pt x="485505" y="1151518"/>
                  </a:lnTo>
                  <a:lnTo>
                    <a:pt x="531974" y="1157182"/>
                  </a:lnTo>
                  <a:lnTo>
                    <a:pt x="579500" y="1159103"/>
                  </a:lnTo>
                  <a:lnTo>
                    <a:pt x="627027" y="1157182"/>
                  </a:lnTo>
                  <a:lnTo>
                    <a:pt x="673496" y="1151518"/>
                  </a:lnTo>
                  <a:lnTo>
                    <a:pt x="718758" y="1142261"/>
                  </a:lnTo>
                  <a:lnTo>
                    <a:pt x="762664" y="1129559"/>
                  </a:lnTo>
                  <a:lnTo>
                    <a:pt x="805064" y="1113561"/>
                  </a:lnTo>
                  <a:lnTo>
                    <a:pt x="845810" y="1094418"/>
                  </a:lnTo>
                  <a:lnTo>
                    <a:pt x="884753" y="1072277"/>
                  </a:lnTo>
                  <a:lnTo>
                    <a:pt x="921742" y="1047289"/>
                  </a:lnTo>
                  <a:lnTo>
                    <a:pt x="956630" y="1019601"/>
                  </a:lnTo>
                  <a:lnTo>
                    <a:pt x="989266" y="989364"/>
                  </a:lnTo>
                  <a:lnTo>
                    <a:pt x="1019502" y="956727"/>
                  </a:lnTo>
                  <a:lnTo>
                    <a:pt x="1047189" y="921838"/>
                  </a:lnTo>
                  <a:lnTo>
                    <a:pt x="1072177" y="884847"/>
                  </a:lnTo>
                  <a:lnTo>
                    <a:pt x="1094317" y="845903"/>
                  </a:lnTo>
                  <a:lnTo>
                    <a:pt x="1113460" y="805155"/>
                  </a:lnTo>
                  <a:lnTo>
                    <a:pt x="1129457" y="762753"/>
                  </a:lnTo>
                  <a:lnTo>
                    <a:pt x="1142159" y="718844"/>
                  </a:lnTo>
                  <a:lnTo>
                    <a:pt x="1151417" y="673579"/>
                  </a:lnTo>
                  <a:lnTo>
                    <a:pt x="1157080" y="627107"/>
                  </a:lnTo>
                  <a:lnTo>
                    <a:pt x="1159002" y="579577"/>
                  </a:lnTo>
                  <a:lnTo>
                    <a:pt x="1157080" y="532039"/>
                  </a:lnTo>
                  <a:lnTo>
                    <a:pt x="1151417" y="485560"/>
                  </a:lnTo>
                  <a:lnTo>
                    <a:pt x="1142159" y="440290"/>
                  </a:lnTo>
                  <a:lnTo>
                    <a:pt x="1129457" y="396376"/>
                  </a:lnTo>
                  <a:lnTo>
                    <a:pt x="1113460" y="353969"/>
                  </a:lnTo>
                  <a:lnTo>
                    <a:pt x="1094317" y="313217"/>
                  </a:lnTo>
                  <a:lnTo>
                    <a:pt x="1072177" y="274269"/>
                  </a:lnTo>
                  <a:lnTo>
                    <a:pt x="1047189" y="237275"/>
                  </a:lnTo>
                  <a:lnTo>
                    <a:pt x="1019502" y="202384"/>
                  </a:lnTo>
                  <a:lnTo>
                    <a:pt x="989266" y="169745"/>
                  </a:lnTo>
                  <a:lnTo>
                    <a:pt x="956630" y="139506"/>
                  </a:lnTo>
                  <a:lnTo>
                    <a:pt x="921742" y="111817"/>
                  </a:lnTo>
                  <a:lnTo>
                    <a:pt x="884753" y="86828"/>
                  </a:lnTo>
                  <a:lnTo>
                    <a:pt x="845810" y="64686"/>
                  </a:lnTo>
                  <a:lnTo>
                    <a:pt x="805064" y="45542"/>
                  </a:lnTo>
                  <a:lnTo>
                    <a:pt x="762664" y="29544"/>
                  </a:lnTo>
                  <a:lnTo>
                    <a:pt x="718758" y="16842"/>
                  </a:lnTo>
                  <a:lnTo>
                    <a:pt x="673496" y="7585"/>
                  </a:lnTo>
                  <a:lnTo>
                    <a:pt x="627027" y="1921"/>
                  </a:lnTo>
                  <a:lnTo>
                    <a:pt x="579500" y="0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6773525" y="8569249"/>
            <a:ext cx="595630" cy="765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50" b="1" spc="-290" dirty="0">
                <a:solidFill>
                  <a:srgbClr val="331C2C"/>
                </a:solidFill>
                <a:latin typeface="Times New Roman"/>
                <a:cs typeface="Times New Roman"/>
              </a:rPr>
              <a:t>11</a:t>
            </a:r>
            <a:endParaRPr sz="4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" y="6893224"/>
            <a:ext cx="18288000" cy="3394075"/>
            <a:chOff x="-4" y="6893224"/>
            <a:chExt cx="18288000" cy="3394075"/>
          </a:xfrm>
        </p:grpSpPr>
        <p:sp>
          <p:nvSpPr>
            <p:cNvPr id="3" name="object 3"/>
            <p:cNvSpPr/>
            <p:nvPr/>
          </p:nvSpPr>
          <p:spPr>
            <a:xfrm>
              <a:off x="16949835" y="7871637"/>
              <a:ext cx="1338580" cy="2077085"/>
            </a:xfrm>
            <a:custGeom>
              <a:avLst/>
              <a:gdLst/>
              <a:ahLst/>
              <a:cxnLst/>
              <a:rect l="l" t="t" r="r" b="b"/>
              <a:pathLst>
                <a:path w="1338580" h="2077084">
                  <a:moveTo>
                    <a:pt x="1338164" y="2076901"/>
                  </a:moveTo>
                  <a:lnTo>
                    <a:pt x="1338164" y="376508"/>
                  </a:lnTo>
                  <a:lnTo>
                    <a:pt x="1263776" y="277335"/>
                  </a:lnTo>
                  <a:lnTo>
                    <a:pt x="1160036" y="158914"/>
                  </a:lnTo>
                  <a:lnTo>
                    <a:pt x="1081212" y="90898"/>
                  </a:lnTo>
                  <a:lnTo>
                    <a:pt x="1038356" y="62333"/>
                  </a:lnTo>
                  <a:lnTo>
                    <a:pt x="992962" y="38357"/>
                  </a:lnTo>
                  <a:lnTo>
                    <a:pt x="944847" y="19692"/>
                  </a:lnTo>
                  <a:lnTo>
                    <a:pt x="898483" y="7841"/>
                  </a:lnTo>
                  <a:lnTo>
                    <a:pt x="851460" y="1025"/>
                  </a:lnTo>
                  <a:lnTo>
                    <a:pt x="756070" y="0"/>
                  </a:lnTo>
                  <a:lnTo>
                    <a:pt x="659947" y="11616"/>
                  </a:lnTo>
                  <a:lnTo>
                    <a:pt x="422444" y="65556"/>
                  </a:lnTo>
                  <a:lnTo>
                    <a:pt x="282762" y="112297"/>
                  </a:lnTo>
                  <a:lnTo>
                    <a:pt x="197148" y="155390"/>
                  </a:lnTo>
                  <a:lnTo>
                    <a:pt x="158111" y="181678"/>
                  </a:lnTo>
                  <a:lnTo>
                    <a:pt x="122263" y="211643"/>
                  </a:lnTo>
                  <a:lnTo>
                    <a:pt x="90108" y="245673"/>
                  </a:lnTo>
                  <a:lnTo>
                    <a:pt x="62154" y="284156"/>
                  </a:lnTo>
                  <a:lnTo>
                    <a:pt x="39575" y="325970"/>
                  </a:lnTo>
                  <a:lnTo>
                    <a:pt x="22660" y="369905"/>
                  </a:lnTo>
                  <a:lnTo>
                    <a:pt x="10827" y="415573"/>
                  </a:lnTo>
                  <a:lnTo>
                    <a:pt x="3493" y="462589"/>
                  </a:lnTo>
                  <a:lnTo>
                    <a:pt x="0" y="559114"/>
                  </a:lnTo>
                  <a:lnTo>
                    <a:pt x="13965" y="704332"/>
                  </a:lnTo>
                  <a:lnTo>
                    <a:pt x="61396" y="949263"/>
                  </a:lnTo>
                  <a:lnTo>
                    <a:pt x="130452" y="1189002"/>
                  </a:lnTo>
                  <a:lnTo>
                    <a:pt x="220215" y="1418845"/>
                  </a:lnTo>
                  <a:lnTo>
                    <a:pt x="265991" y="1504373"/>
                  </a:lnTo>
                  <a:lnTo>
                    <a:pt x="322317" y="1581812"/>
                  </a:lnTo>
                  <a:lnTo>
                    <a:pt x="355358" y="1616136"/>
                  </a:lnTo>
                  <a:lnTo>
                    <a:pt x="392143" y="1646803"/>
                  </a:lnTo>
                  <a:lnTo>
                    <a:pt x="432595" y="1673313"/>
                  </a:lnTo>
                  <a:lnTo>
                    <a:pt x="475145" y="1695012"/>
                  </a:lnTo>
                  <a:lnTo>
                    <a:pt x="519508" y="1712597"/>
                  </a:lnTo>
                  <a:lnTo>
                    <a:pt x="612514" y="1738222"/>
                  </a:lnTo>
                  <a:lnTo>
                    <a:pt x="952779" y="1801027"/>
                  </a:lnTo>
                  <a:lnTo>
                    <a:pt x="1045199" y="1834428"/>
                  </a:lnTo>
                  <a:lnTo>
                    <a:pt x="1131002" y="1881186"/>
                  </a:lnTo>
                  <a:lnTo>
                    <a:pt x="1209272" y="1939488"/>
                  </a:lnTo>
                  <a:lnTo>
                    <a:pt x="1280162" y="2007669"/>
                  </a:lnTo>
                  <a:lnTo>
                    <a:pt x="1338164" y="2076901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962415" y="9835537"/>
              <a:ext cx="1177925" cy="451484"/>
            </a:xfrm>
            <a:custGeom>
              <a:avLst/>
              <a:gdLst/>
              <a:ahLst/>
              <a:cxnLst/>
              <a:rect l="l" t="t" r="r" b="b"/>
              <a:pathLst>
                <a:path w="1177925" h="451484">
                  <a:moveTo>
                    <a:pt x="1177605" y="451460"/>
                  </a:moveTo>
                  <a:lnTo>
                    <a:pt x="1124227" y="384704"/>
                  </a:lnTo>
                  <a:lnTo>
                    <a:pt x="1059090" y="315528"/>
                  </a:lnTo>
                  <a:lnTo>
                    <a:pt x="988486" y="251949"/>
                  </a:lnTo>
                  <a:lnTo>
                    <a:pt x="912945" y="194425"/>
                  </a:lnTo>
                  <a:lnTo>
                    <a:pt x="832997" y="143415"/>
                  </a:lnTo>
                  <a:lnTo>
                    <a:pt x="749174" y="99378"/>
                  </a:lnTo>
                  <a:lnTo>
                    <a:pt x="662006" y="62772"/>
                  </a:lnTo>
                  <a:lnTo>
                    <a:pt x="572024" y="34055"/>
                  </a:lnTo>
                  <a:lnTo>
                    <a:pt x="479757" y="13685"/>
                  </a:lnTo>
                  <a:lnTo>
                    <a:pt x="385738" y="2121"/>
                  </a:lnTo>
                  <a:lnTo>
                    <a:pt x="336221" y="0"/>
                  </a:lnTo>
                  <a:lnTo>
                    <a:pt x="286430" y="1563"/>
                  </a:lnTo>
                  <a:lnTo>
                    <a:pt x="237390" y="7835"/>
                  </a:lnTo>
                  <a:lnTo>
                    <a:pt x="190125" y="19840"/>
                  </a:lnTo>
                  <a:lnTo>
                    <a:pt x="145662" y="38603"/>
                  </a:lnTo>
                  <a:lnTo>
                    <a:pt x="105026" y="65147"/>
                  </a:lnTo>
                  <a:lnTo>
                    <a:pt x="69559" y="99871"/>
                  </a:lnTo>
                  <a:lnTo>
                    <a:pt x="41568" y="140653"/>
                  </a:lnTo>
                  <a:lnTo>
                    <a:pt x="20834" y="186042"/>
                  </a:lnTo>
                  <a:lnTo>
                    <a:pt x="7140" y="234589"/>
                  </a:lnTo>
                  <a:lnTo>
                    <a:pt x="268" y="284847"/>
                  </a:lnTo>
                  <a:lnTo>
                    <a:pt x="0" y="335364"/>
                  </a:lnTo>
                  <a:lnTo>
                    <a:pt x="5489" y="382766"/>
                  </a:lnTo>
                  <a:lnTo>
                    <a:pt x="15738" y="429216"/>
                  </a:lnTo>
                  <a:lnTo>
                    <a:pt x="22911" y="451457"/>
                  </a:lnTo>
                  <a:lnTo>
                    <a:pt x="1177605" y="45146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893229"/>
              <a:ext cx="3025775" cy="3394075"/>
            </a:xfrm>
            <a:custGeom>
              <a:avLst/>
              <a:gdLst/>
              <a:ahLst/>
              <a:cxnLst/>
              <a:rect l="l" t="t" r="r" b="b"/>
              <a:pathLst>
                <a:path w="3025775" h="3394075">
                  <a:moveTo>
                    <a:pt x="3025317" y="3393770"/>
                  </a:moveTo>
                  <a:lnTo>
                    <a:pt x="2995739" y="3359010"/>
                  </a:lnTo>
                  <a:lnTo>
                    <a:pt x="2961436" y="3324441"/>
                  </a:lnTo>
                  <a:lnTo>
                    <a:pt x="2924467" y="3292805"/>
                  </a:lnTo>
                  <a:lnTo>
                    <a:pt x="2884855" y="3264370"/>
                  </a:lnTo>
                  <a:lnTo>
                    <a:pt x="2842564" y="3239427"/>
                  </a:lnTo>
                  <a:lnTo>
                    <a:pt x="2795968" y="3217253"/>
                  </a:lnTo>
                  <a:lnTo>
                    <a:pt x="2747937" y="3198723"/>
                  </a:lnTo>
                  <a:lnTo>
                    <a:pt x="2698851" y="3182836"/>
                  </a:lnTo>
                  <a:lnTo>
                    <a:pt x="2649093" y="3168599"/>
                  </a:lnTo>
                  <a:lnTo>
                    <a:pt x="2549055" y="3141116"/>
                  </a:lnTo>
                  <a:lnTo>
                    <a:pt x="2499550" y="3125889"/>
                  </a:lnTo>
                  <a:lnTo>
                    <a:pt x="2450884" y="3108350"/>
                  </a:lnTo>
                  <a:lnTo>
                    <a:pt x="2405100" y="3088398"/>
                  </a:lnTo>
                  <a:lnTo>
                    <a:pt x="2360866" y="3065348"/>
                  </a:lnTo>
                  <a:lnTo>
                    <a:pt x="2318321" y="3039364"/>
                  </a:lnTo>
                  <a:lnTo>
                    <a:pt x="2278811" y="3011474"/>
                  </a:lnTo>
                  <a:lnTo>
                    <a:pt x="2230920" y="2941523"/>
                  </a:lnTo>
                  <a:lnTo>
                    <a:pt x="2206498" y="2897987"/>
                  </a:lnTo>
                  <a:lnTo>
                    <a:pt x="2184933" y="2852991"/>
                  </a:lnTo>
                  <a:lnTo>
                    <a:pt x="2166340" y="2806725"/>
                  </a:lnTo>
                  <a:lnTo>
                    <a:pt x="2150859" y="2759329"/>
                  </a:lnTo>
                  <a:lnTo>
                    <a:pt x="2138616" y="2710967"/>
                  </a:lnTo>
                  <a:lnTo>
                    <a:pt x="2129752" y="2661831"/>
                  </a:lnTo>
                  <a:lnTo>
                    <a:pt x="2124240" y="2614815"/>
                  </a:lnTo>
                  <a:lnTo>
                    <a:pt x="2120925" y="2567178"/>
                  </a:lnTo>
                  <a:lnTo>
                    <a:pt x="2119274" y="2519083"/>
                  </a:lnTo>
                  <a:lnTo>
                    <a:pt x="2118715" y="2470734"/>
                  </a:lnTo>
                  <a:lnTo>
                    <a:pt x="2118766" y="2373947"/>
                  </a:lnTo>
                  <a:lnTo>
                    <a:pt x="2118271" y="2325865"/>
                  </a:lnTo>
                  <a:lnTo>
                    <a:pt x="2116709" y="2278227"/>
                  </a:lnTo>
                  <a:lnTo>
                    <a:pt x="2113521" y="2231212"/>
                  </a:lnTo>
                  <a:lnTo>
                    <a:pt x="2108174" y="2185009"/>
                  </a:lnTo>
                  <a:lnTo>
                    <a:pt x="2100122" y="2139785"/>
                  </a:lnTo>
                  <a:lnTo>
                    <a:pt x="2088807" y="2095728"/>
                  </a:lnTo>
                  <a:lnTo>
                    <a:pt x="2073706" y="2053005"/>
                  </a:lnTo>
                  <a:lnTo>
                    <a:pt x="2054250" y="2011807"/>
                  </a:lnTo>
                  <a:lnTo>
                    <a:pt x="2029917" y="1972310"/>
                  </a:lnTo>
                  <a:lnTo>
                    <a:pt x="1999335" y="1934044"/>
                  </a:lnTo>
                  <a:lnTo>
                    <a:pt x="1964664" y="1900097"/>
                  </a:lnTo>
                  <a:lnTo>
                    <a:pt x="1926424" y="1870227"/>
                  </a:lnTo>
                  <a:lnTo>
                    <a:pt x="1897138" y="1851774"/>
                  </a:lnTo>
                  <a:lnTo>
                    <a:pt x="1877517" y="1819910"/>
                  </a:lnTo>
                  <a:lnTo>
                    <a:pt x="1846935" y="1781644"/>
                  </a:lnTo>
                  <a:lnTo>
                    <a:pt x="1812264" y="1747697"/>
                  </a:lnTo>
                  <a:lnTo>
                    <a:pt x="1774024" y="1717827"/>
                  </a:lnTo>
                  <a:lnTo>
                    <a:pt x="1732699" y="1691779"/>
                  </a:lnTo>
                  <a:lnTo>
                    <a:pt x="1688820" y="1669326"/>
                  </a:lnTo>
                  <a:lnTo>
                    <a:pt x="1642872" y="1650212"/>
                  </a:lnTo>
                  <a:lnTo>
                    <a:pt x="1595805" y="1634337"/>
                  </a:lnTo>
                  <a:lnTo>
                    <a:pt x="1596186" y="1634413"/>
                  </a:lnTo>
                  <a:lnTo>
                    <a:pt x="1546821" y="1621015"/>
                  </a:lnTo>
                  <a:lnTo>
                    <a:pt x="1497723" y="1610448"/>
                  </a:lnTo>
                  <a:lnTo>
                    <a:pt x="1448600" y="1602244"/>
                  </a:lnTo>
                  <a:lnTo>
                    <a:pt x="1399489" y="1595843"/>
                  </a:lnTo>
                  <a:lnTo>
                    <a:pt x="1350162" y="1590560"/>
                  </a:lnTo>
                  <a:lnTo>
                    <a:pt x="1201877" y="1576666"/>
                  </a:lnTo>
                  <a:lnTo>
                    <a:pt x="1152664" y="1571091"/>
                  </a:lnTo>
                  <a:lnTo>
                    <a:pt x="1103744" y="1564271"/>
                  </a:lnTo>
                  <a:lnTo>
                    <a:pt x="1055192" y="1555711"/>
                  </a:lnTo>
                  <a:lnTo>
                    <a:pt x="1007122" y="1544955"/>
                  </a:lnTo>
                  <a:lnTo>
                    <a:pt x="959624" y="1531505"/>
                  </a:lnTo>
                  <a:lnTo>
                    <a:pt x="914565" y="1515630"/>
                  </a:lnTo>
                  <a:lnTo>
                    <a:pt x="870877" y="1497076"/>
                  </a:lnTo>
                  <a:lnTo>
                    <a:pt x="828586" y="1475955"/>
                  </a:lnTo>
                  <a:lnTo>
                    <a:pt x="787704" y="1452410"/>
                  </a:lnTo>
                  <a:lnTo>
                    <a:pt x="748258" y="1426540"/>
                  </a:lnTo>
                  <a:lnTo>
                    <a:pt x="710260" y="1398485"/>
                  </a:lnTo>
                  <a:lnTo>
                    <a:pt x="666432" y="1343456"/>
                  </a:lnTo>
                  <a:lnTo>
                    <a:pt x="639216" y="1303515"/>
                  </a:lnTo>
                  <a:lnTo>
                    <a:pt x="613613" y="1262367"/>
                  </a:lnTo>
                  <a:lnTo>
                    <a:pt x="589661" y="1220127"/>
                  </a:lnTo>
                  <a:lnTo>
                    <a:pt x="567372" y="1176934"/>
                  </a:lnTo>
                  <a:lnTo>
                    <a:pt x="546773" y="1132903"/>
                  </a:lnTo>
                  <a:lnTo>
                    <a:pt x="527875" y="1088148"/>
                  </a:lnTo>
                  <a:lnTo>
                    <a:pt x="510705" y="1042809"/>
                  </a:lnTo>
                  <a:lnTo>
                    <a:pt x="495287" y="997000"/>
                  </a:lnTo>
                  <a:lnTo>
                    <a:pt x="481634" y="950849"/>
                  </a:lnTo>
                  <a:lnTo>
                    <a:pt x="469392" y="903287"/>
                  </a:lnTo>
                  <a:lnTo>
                    <a:pt x="458609" y="855433"/>
                  </a:lnTo>
                  <a:lnTo>
                    <a:pt x="449249" y="807300"/>
                  </a:lnTo>
                  <a:lnTo>
                    <a:pt x="441223" y="758926"/>
                  </a:lnTo>
                  <a:lnTo>
                    <a:pt x="434441" y="710361"/>
                  </a:lnTo>
                  <a:lnTo>
                    <a:pt x="428853" y="661631"/>
                  </a:lnTo>
                  <a:lnTo>
                    <a:pt x="424357" y="612775"/>
                  </a:lnTo>
                  <a:lnTo>
                    <a:pt x="420890" y="563816"/>
                  </a:lnTo>
                  <a:lnTo>
                    <a:pt x="418376" y="514807"/>
                  </a:lnTo>
                  <a:lnTo>
                    <a:pt x="416737" y="465772"/>
                  </a:lnTo>
                  <a:lnTo>
                    <a:pt x="415912" y="416750"/>
                  </a:lnTo>
                  <a:lnTo>
                    <a:pt x="416191" y="375577"/>
                  </a:lnTo>
                  <a:lnTo>
                    <a:pt x="416191" y="331749"/>
                  </a:lnTo>
                  <a:lnTo>
                    <a:pt x="413664" y="287769"/>
                  </a:lnTo>
                  <a:lnTo>
                    <a:pt x="406323" y="246113"/>
                  </a:lnTo>
                  <a:lnTo>
                    <a:pt x="391922" y="209270"/>
                  </a:lnTo>
                  <a:lnTo>
                    <a:pt x="332841" y="159931"/>
                  </a:lnTo>
                  <a:lnTo>
                    <a:pt x="283641" y="152400"/>
                  </a:lnTo>
                  <a:lnTo>
                    <a:pt x="262445" y="156057"/>
                  </a:lnTo>
                  <a:lnTo>
                    <a:pt x="261264" y="135369"/>
                  </a:lnTo>
                  <a:lnTo>
                    <a:pt x="253923" y="93713"/>
                  </a:lnTo>
                  <a:lnTo>
                    <a:pt x="239522" y="56870"/>
                  </a:lnTo>
                  <a:lnTo>
                    <a:pt x="180441" y="7531"/>
                  </a:lnTo>
                  <a:lnTo>
                    <a:pt x="131241" y="0"/>
                  </a:lnTo>
                  <a:lnTo>
                    <a:pt x="89090" y="7251"/>
                  </a:lnTo>
                  <a:lnTo>
                    <a:pt x="52705" y="28244"/>
                  </a:lnTo>
                  <a:lnTo>
                    <a:pt x="21412" y="60096"/>
                  </a:lnTo>
                  <a:lnTo>
                    <a:pt x="0" y="91935"/>
                  </a:lnTo>
                  <a:lnTo>
                    <a:pt x="0" y="616877"/>
                  </a:lnTo>
                  <a:lnTo>
                    <a:pt x="0" y="3393770"/>
                  </a:lnTo>
                  <a:lnTo>
                    <a:pt x="2998279" y="3393770"/>
                  </a:lnTo>
                  <a:lnTo>
                    <a:pt x="3025317" y="3393770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2925" y="9202369"/>
              <a:ext cx="17085945" cy="49530"/>
            </a:xfrm>
            <a:custGeom>
              <a:avLst/>
              <a:gdLst/>
              <a:ahLst/>
              <a:cxnLst/>
              <a:rect l="l" t="t" r="r" b="b"/>
              <a:pathLst>
                <a:path w="17085945" h="49529">
                  <a:moveTo>
                    <a:pt x="0" y="49403"/>
                  </a:moveTo>
                  <a:lnTo>
                    <a:pt x="5393385" y="0"/>
                  </a:lnTo>
                </a:path>
                <a:path w="17085945" h="49529">
                  <a:moveTo>
                    <a:pt x="14140002" y="0"/>
                  </a:moveTo>
                  <a:lnTo>
                    <a:pt x="17085640" y="0"/>
                  </a:lnTo>
                </a:path>
              </a:pathLst>
            </a:custGeom>
            <a:ln w="38100">
              <a:solidFill>
                <a:srgbClr val="A782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496664" y="8470392"/>
              <a:ext cx="1159510" cy="1159510"/>
            </a:xfrm>
            <a:custGeom>
              <a:avLst/>
              <a:gdLst/>
              <a:ahLst/>
              <a:cxnLst/>
              <a:rect l="l" t="t" r="r" b="b"/>
              <a:pathLst>
                <a:path w="1159509" h="1159509">
                  <a:moveTo>
                    <a:pt x="579500" y="0"/>
                  </a:moveTo>
                  <a:lnTo>
                    <a:pt x="531974" y="1921"/>
                  </a:lnTo>
                  <a:lnTo>
                    <a:pt x="485505" y="7585"/>
                  </a:lnTo>
                  <a:lnTo>
                    <a:pt x="440243" y="16842"/>
                  </a:lnTo>
                  <a:lnTo>
                    <a:pt x="396337" y="29544"/>
                  </a:lnTo>
                  <a:lnTo>
                    <a:pt x="353937" y="45542"/>
                  </a:lnTo>
                  <a:lnTo>
                    <a:pt x="313191" y="64686"/>
                  </a:lnTo>
                  <a:lnTo>
                    <a:pt x="274248" y="86828"/>
                  </a:lnTo>
                  <a:lnTo>
                    <a:pt x="237259" y="111817"/>
                  </a:lnTo>
                  <a:lnTo>
                    <a:pt x="202371" y="139506"/>
                  </a:lnTo>
                  <a:lnTo>
                    <a:pt x="169735" y="169745"/>
                  </a:lnTo>
                  <a:lnTo>
                    <a:pt x="139499" y="202384"/>
                  </a:lnTo>
                  <a:lnTo>
                    <a:pt x="111812" y="237275"/>
                  </a:lnTo>
                  <a:lnTo>
                    <a:pt x="86824" y="274269"/>
                  </a:lnTo>
                  <a:lnTo>
                    <a:pt x="64684" y="313217"/>
                  </a:lnTo>
                  <a:lnTo>
                    <a:pt x="45541" y="353969"/>
                  </a:lnTo>
                  <a:lnTo>
                    <a:pt x="29544" y="396376"/>
                  </a:lnTo>
                  <a:lnTo>
                    <a:pt x="16842" y="440290"/>
                  </a:lnTo>
                  <a:lnTo>
                    <a:pt x="7584" y="485560"/>
                  </a:lnTo>
                  <a:lnTo>
                    <a:pt x="1921" y="532039"/>
                  </a:lnTo>
                  <a:lnTo>
                    <a:pt x="0" y="579577"/>
                  </a:lnTo>
                  <a:lnTo>
                    <a:pt x="1921" y="627107"/>
                  </a:lnTo>
                  <a:lnTo>
                    <a:pt x="7584" y="673579"/>
                  </a:lnTo>
                  <a:lnTo>
                    <a:pt x="16842" y="718844"/>
                  </a:lnTo>
                  <a:lnTo>
                    <a:pt x="29544" y="762753"/>
                  </a:lnTo>
                  <a:lnTo>
                    <a:pt x="45541" y="805155"/>
                  </a:lnTo>
                  <a:lnTo>
                    <a:pt x="64684" y="845903"/>
                  </a:lnTo>
                  <a:lnTo>
                    <a:pt x="86824" y="884847"/>
                  </a:lnTo>
                  <a:lnTo>
                    <a:pt x="111812" y="921838"/>
                  </a:lnTo>
                  <a:lnTo>
                    <a:pt x="139499" y="956727"/>
                  </a:lnTo>
                  <a:lnTo>
                    <a:pt x="169735" y="989364"/>
                  </a:lnTo>
                  <a:lnTo>
                    <a:pt x="202371" y="1019601"/>
                  </a:lnTo>
                  <a:lnTo>
                    <a:pt x="237259" y="1047289"/>
                  </a:lnTo>
                  <a:lnTo>
                    <a:pt x="274248" y="1072277"/>
                  </a:lnTo>
                  <a:lnTo>
                    <a:pt x="313191" y="1094418"/>
                  </a:lnTo>
                  <a:lnTo>
                    <a:pt x="353937" y="1113561"/>
                  </a:lnTo>
                  <a:lnTo>
                    <a:pt x="396337" y="1129559"/>
                  </a:lnTo>
                  <a:lnTo>
                    <a:pt x="440243" y="1142261"/>
                  </a:lnTo>
                  <a:lnTo>
                    <a:pt x="485505" y="1151518"/>
                  </a:lnTo>
                  <a:lnTo>
                    <a:pt x="531974" y="1157182"/>
                  </a:lnTo>
                  <a:lnTo>
                    <a:pt x="579500" y="1159103"/>
                  </a:lnTo>
                  <a:lnTo>
                    <a:pt x="627027" y="1157182"/>
                  </a:lnTo>
                  <a:lnTo>
                    <a:pt x="673496" y="1151518"/>
                  </a:lnTo>
                  <a:lnTo>
                    <a:pt x="718758" y="1142261"/>
                  </a:lnTo>
                  <a:lnTo>
                    <a:pt x="762664" y="1129559"/>
                  </a:lnTo>
                  <a:lnTo>
                    <a:pt x="805064" y="1113561"/>
                  </a:lnTo>
                  <a:lnTo>
                    <a:pt x="845810" y="1094418"/>
                  </a:lnTo>
                  <a:lnTo>
                    <a:pt x="884753" y="1072277"/>
                  </a:lnTo>
                  <a:lnTo>
                    <a:pt x="921742" y="1047289"/>
                  </a:lnTo>
                  <a:lnTo>
                    <a:pt x="956630" y="1019601"/>
                  </a:lnTo>
                  <a:lnTo>
                    <a:pt x="989266" y="989364"/>
                  </a:lnTo>
                  <a:lnTo>
                    <a:pt x="1019502" y="956727"/>
                  </a:lnTo>
                  <a:lnTo>
                    <a:pt x="1047189" y="921838"/>
                  </a:lnTo>
                  <a:lnTo>
                    <a:pt x="1072177" y="884847"/>
                  </a:lnTo>
                  <a:lnTo>
                    <a:pt x="1094317" y="845903"/>
                  </a:lnTo>
                  <a:lnTo>
                    <a:pt x="1113460" y="805155"/>
                  </a:lnTo>
                  <a:lnTo>
                    <a:pt x="1129457" y="762753"/>
                  </a:lnTo>
                  <a:lnTo>
                    <a:pt x="1142159" y="718844"/>
                  </a:lnTo>
                  <a:lnTo>
                    <a:pt x="1151417" y="673579"/>
                  </a:lnTo>
                  <a:lnTo>
                    <a:pt x="1157080" y="627107"/>
                  </a:lnTo>
                  <a:lnTo>
                    <a:pt x="1159002" y="579577"/>
                  </a:lnTo>
                  <a:lnTo>
                    <a:pt x="1157080" y="532039"/>
                  </a:lnTo>
                  <a:lnTo>
                    <a:pt x="1151417" y="485560"/>
                  </a:lnTo>
                  <a:lnTo>
                    <a:pt x="1142159" y="440290"/>
                  </a:lnTo>
                  <a:lnTo>
                    <a:pt x="1129457" y="396376"/>
                  </a:lnTo>
                  <a:lnTo>
                    <a:pt x="1113460" y="353969"/>
                  </a:lnTo>
                  <a:lnTo>
                    <a:pt x="1094317" y="313217"/>
                  </a:lnTo>
                  <a:lnTo>
                    <a:pt x="1072177" y="274269"/>
                  </a:lnTo>
                  <a:lnTo>
                    <a:pt x="1047189" y="237275"/>
                  </a:lnTo>
                  <a:lnTo>
                    <a:pt x="1019502" y="202384"/>
                  </a:lnTo>
                  <a:lnTo>
                    <a:pt x="989266" y="169745"/>
                  </a:lnTo>
                  <a:lnTo>
                    <a:pt x="956630" y="139506"/>
                  </a:lnTo>
                  <a:lnTo>
                    <a:pt x="921742" y="111817"/>
                  </a:lnTo>
                  <a:lnTo>
                    <a:pt x="884753" y="86828"/>
                  </a:lnTo>
                  <a:lnTo>
                    <a:pt x="845810" y="64686"/>
                  </a:lnTo>
                  <a:lnTo>
                    <a:pt x="805064" y="45542"/>
                  </a:lnTo>
                  <a:lnTo>
                    <a:pt x="762664" y="29544"/>
                  </a:lnTo>
                  <a:lnTo>
                    <a:pt x="718758" y="16842"/>
                  </a:lnTo>
                  <a:lnTo>
                    <a:pt x="673496" y="7585"/>
                  </a:lnTo>
                  <a:lnTo>
                    <a:pt x="627027" y="1921"/>
                  </a:lnTo>
                  <a:lnTo>
                    <a:pt x="579500" y="0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2180" rIns="0" bIns="0" rtlCol="0">
            <a:spAutoFit/>
          </a:bodyPr>
          <a:lstStyle/>
          <a:p>
            <a:pPr marL="1109980">
              <a:lnSpc>
                <a:spcPct val="100000"/>
              </a:lnSpc>
              <a:spcBef>
                <a:spcPts val="95"/>
              </a:spcBef>
            </a:pPr>
            <a:r>
              <a:rPr spc="-459" dirty="0"/>
              <a:t>PROJECT</a:t>
            </a:r>
            <a:r>
              <a:rPr spc="-625" dirty="0"/>
              <a:t> </a:t>
            </a:r>
            <a:r>
              <a:rPr spc="-310" dirty="0"/>
              <a:t>SCOPE</a:t>
            </a:r>
          </a:p>
        </p:txBody>
      </p:sp>
      <p:sp>
        <p:nvSpPr>
          <p:cNvPr id="9" name="object 9"/>
          <p:cNvSpPr/>
          <p:nvPr/>
        </p:nvSpPr>
        <p:spPr>
          <a:xfrm>
            <a:off x="14636091" y="-1"/>
            <a:ext cx="3652520" cy="3553460"/>
          </a:xfrm>
          <a:custGeom>
            <a:avLst/>
            <a:gdLst/>
            <a:ahLst/>
            <a:cxnLst/>
            <a:rect l="l" t="t" r="r" b="b"/>
            <a:pathLst>
              <a:path w="3652519" h="3553460">
                <a:moveTo>
                  <a:pt x="3644823" y="3553300"/>
                </a:moveTo>
                <a:lnTo>
                  <a:pt x="3651903" y="3553230"/>
                </a:lnTo>
                <a:lnTo>
                  <a:pt x="3651907" y="0"/>
                </a:lnTo>
                <a:lnTo>
                  <a:pt x="0" y="0"/>
                </a:lnTo>
                <a:lnTo>
                  <a:pt x="6839" y="52723"/>
                </a:lnTo>
                <a:lnTo>
                  <a:pt x="14443" y="101394"/>
                </a:lnTo>
                <a:lnTo>
                  <a:pt x="23393" y="149749"/>
                </a:lnTo>
                <a:lnTo>
                  <a:pt x="33857" y="197731"/>
                </a:lnTo>
                <a:lnTo>
                  <a:pt x="45998" y="245287"/>
                </a:lnTo>
                <a:lnTo>
                  <a:pt x="59985" y="292359"/>
                </a:lnTo>
                <a:lnTo>
                  <a:pt x="75981" y="338892"/>
                </a:lnTo>
                <a:lnTo>
                  <a:pt x="94298" y="384880"/>
                </a:lnTo>
                <a:lnTo>
                  <a:pt x="115114" y="430039"/>
                </a:lnTo>
                <a:lnTo>
                  <a:pt x="138390" y="474093"/>
                </a:lnTo>
                <a:lnTo>
                  <a:pt x="164089" y="516766"/>
                </a:lnTo>
                <a:lnTo>
                  <a:pt x="192169" y="557781"/>
                </a:lnTo>
                <a:lnTo>
                  <a:pt x="222594" y="596863"/>
                </a:lnTo>
                <a:lnTo>
                  <a:pt x="255324" y="633734"/>
                </a:lnTo>
                <a:lnTo>
                  <a:pt x="290319" y="668118"/>
                </a:lnTo>
                <a:lnTo>
                  <a:pt x="327542" y="699740"/>
                </a:lnTo>
                <a:lnTo>
                  <a:pt x="366954" y="728322"/>
                </a:lnTo>
                <a:lnTo>
                  <a:pt x="408514" y="753588"/>
                </a:lnTo>
                <a:lnTo>
                  <a:pt x="452186" y="775263"/>
                </a:lnTo>
                <a:lnTo>
                  <a:pt x="497929" y="793069"/>
                </a:lnTo>
                <a:lnTo>
                  <a:pt x="547467" y="807442"/>
                </a:lnTo>
                <a:lnTo>
                  <a:pt x="597838" y="817997"/>
                </a:lnTo>
                <a:lnTo>
                  <a:pt x="648828" y="825773"/>
                </a:lnTo>
                <a:lnTo>
                  <a:pt x="700219" y="831811"/>
                </a:lnTo>
                <a:lnTo>
                  <a:pt x="803344" y="842824"/>
                </a:lnTo>
                <a:lnTo>
                  <a:pt x="854645" y="849877"/>
                </a:lnTo>
                <a:lnTo>
                  <a:pt x="905485" y="859348"/>
                </a:lnTo>
                <a:lnTo>
                  <a:pt x="953868" y="871659"/>
                </a:lnTo>
                <a:lnTo>
                  <a:pt x="1001217" y="887280"/>
                </a:lnTo>
                <a:lnTo>
                  <a:pt x="1047378" y="906069"/>
                </a:lnTo>
                <a:lnTo>
                  <a:pt x="1092196" y="927883"/>
                </a:lnTo>
                <a:lnTo>
                  <a:pt x="1135518" y="952582"/>
                </a:lnTo>
                <a:lnTo>
                  <a:pt x="1177189" y="980023"/>
                </a:lnTo>
                <a:lnTo>
                  <a:pt x="1217054" y="1010065"/>
                </a:lnTo>
                <a:lnTo>
                  <a:pt x="1254959" y="1042565"/>
                </a:lnTo>
                <a:lnTo>
                  <a:pt x="1290750" y="1077381"/>
                </a:lnTo>
                <a:lnTo>
                  <a:pt x="1324272" y="1114373"/>
                </a:lnTo>
                <a:lnTo>
                  <a:pt x="1355371" y="1153397"/>
                </a:lnTo>
                <a:lnTo>
                  <a:pt x="1383893" y="1194312"/>
                </a:lnTo>
                <a:lnTo>
                  <a:pt x="1409683" y="1236976"/>
                </a:lnTo>
                <a:lnTo>
                  <a:pt x="1432587" y="1281248"/>
                </a:lnTo>
                <a:lnTo>
                  <a:pt x="1452451" y="1326985"/>
                </a:lnTo>
                <a:lnTo>
                  <a:pt x="1469120" y="1374045"/>
                </a:lnTo>
                <a:lnTo>
                  <a:pt x="1482124" y="1419546"/>
                </a:lnTo>
                <a:lnTo>
                  <a:pt x="1493060" y="1466017"/>
                </a:lnTo>
                <a:lnTo>
                  <a:pt x="1502436" y="1513194"/>
                </a:lnTo>
                <a:lnTo>
                  <a:pt x="1510761" y="1560813"/>
                </a:lnTo>
                <a:lnTo>
                  <a:pt x="1526296" y="1656322"/>
                </a:lnTo>
                <a:lnTo>
                  <a:pt x="1534524" y="1703683"/>
                </a:lnTo>
                <a:lnTo>
                  <a:pt x="1543739" y="1750431"/>
                </a:lnTo>
                <a:lnTo>
                  <a:pt x="1554449" y="1796300"/>
                </a:lnTo>
                <a:lnTo>
                  <a:pt x="1567163" y="1841028"/>
                </a:lnTo>
                <a:lnTo>
                  <a:pt x="1582391" y="1884350"/>
                </a:lnTo>
                <a:lnTo>
                  <a:pt x="1600642" y="1926002"/>
                </a:lnTo>
                <a:lnTo>
                  <a:pt x="1622425" y="1965720"/>
                </a:lnTo>
                <a:lnTo>
                  <a:pt x="1648249" y="2003240"/>
                </a:lnTo>
                <a:lnTo>
                  <a:pt x="1678623" y="2038298"/>
                </a:lnTo>
                <a:lnTo>
                  <a:pt x="1714956" y="2071130"/>
                </a:lnTo>
                <a:lnTo>
                  <a:pt x="1754625" y="2099042"/>
                </a:lnTo>
                <a:lnTo>
                  <a:pt x="1797169" y="2122356"/>
                </a:lnTo>
                <a:lnTo>
                  <a:pt x="1842129" y="2141397"/>
                </a:lnTo>
                <a:lnTo>
                  <a:pt x="2532500" y="2166583"/>
                </a:lnTo>
                <a:lnTo>
                  <a:pt x="2581666" y="2169465"/>
                </a:lnTo>
                <a:lnTo>
                  <a:pt x="2630700" y="2175085"/>
                </a:lnTo>
                <a:lnTo>
                  <a:pt x="2677712" y="2183494"/>
                </a:lnTo>
                <a:lnTo>
                  <a:pt x="2723803" y="2194769"/>
                </a:lnTo>
                <a:lnTo>
                  <a:pt x="2768933" y="2208794"/>
                </a:lnTo>
                <a:lnTo>
                  <a:pt x="2813060" y="2225450"/>
                </a:lnTo>
                <a:lnTo>
                  <a:pt x="2856146" y="2244618"/>
                </a:lnTo>
                <a:lnTo>
                  <a:pt x="2898148" y="2266182"/>
                </a:lnTo>
                <a:lnTo>
                  <a:pt x="2939026" y="2290023"/>
                </a:lnTo>
                <a:lnTo>
                  <a:pt x="2978740" y="2316024"/>
                </a:lnTo>
                <a:lnTo>
                  <a:pt x="3017250" y="2344065"/>
                </a:lnTo>
                <a:lnTo>
                  <a:pt x="3054515" y="2374031"/>
                </a:lnTo>
                <a:lnTo>
                  <a:pt x="3090495" y="2405802"/>
                </a:lnTo>
                <a:lnTo>
                  <a:pt x="3125149" y="2439261"/>
                </a:lnTo>
                <a:lnTo>
                  <a:pt x="3158436" y="2474290"/>
                </a:lnTo>
                <a:lnTo>
                  <a:pt x="3190316" y="2510770"/>
                </a:lnTo>
                <a:lnTo>
                  <a:pt x="3220749" y="2548585"/>
                </a:lnTo>
                <a:lnTo>
                  <a:pt x="3249694" y="2587616"/>
                </a:lnTo>
                <a:lnTo>
                  <a:pt x="3277111" y="2627745"/>
                </a:lnTo>
                <a:lnTo>
                  <a:pt x="3302958" y="2668854"/>
                </a:lnTo>
                <a:lnTo>
                  <a:pt x="3327197" y="2710826"/>
                </a:lnTo>
                <a:lnTo>
                  <a:pt x="3349785" y="2753542"/>
                </a:lnTo>
                <a:lnTo>
                  <a:pt x="3370684" y="2796885"/>
                </a:lnTo>
                <a:lnTo>
                  <a:pt x="3390430" y="2841833"/>
                </a:lnTo>
                <a:lnTo>
                  <a:pt x="3408762" y="2887321"/>
                </a:lnTo>
                <a:lnTo>
                  <a:pt x="3425749" y="2933303"/>
                </a:lnTo>
                <a:lnTo>
                  <a:pt x="3441460" y="2979732"/>
                </a:lnTo>
                <a:lnTo>
                  <a:pt x="3455964" y="3026559"/>
                </a:lnTo>
                <a:lnTo>
                  <a:pt x="3469330" y="3073739"/>
                </a:lnTo>
                <a:lnTo>
                  <a:pt x="3481629" y="3121223"/>
                </a:lnTo>
                <a:lnTo>
                  <a:pt x="3492928" y="3168966"/>
                </a:lnTo>
                <a:lnTo>
                  <a:pt x="3503297" y="3216919"/>
                </a:lnTo>
                <a:lnTo>
                  <a:pt x="3512805" y="3265036"/>
                </a:lnTo>
                <a:lnTo>
                  <a:pt x="3521522" y="3313269"/>
                </a:lnTo>
                <a:lnTo>
                  <a:pt x="3527871" y="3353945"/>
                </a:lnTo>
                <a:lnTo>
                  <a:pt x="3534918" y="3397184"/>
                </a:lnTo>
                <a:lnTo>
                  <a:pt x="3544498" y="3440171"/>
                </a:lnTo>
                <a:lnTo>
                  <a:pt x="3558444" y="3480090"/>
                </a:lnTo>
                <a:lnTo>
                  <a:pt x="3578591" y="3514129"/>
                </a:lnTo>
                <a:lnTo>
                  <a:pt x="3606772" y="3539470"/>
                </a:lnTo>
                <a:lnTo>
                  <a:pt x="3644823" y="3553300"/>
                </a:lnTo>
                <a:close/>
              </a:path>
              <a:path w="3652519" h="3553460">
                <a:moveTo>
                  <a:pt x="2087062" y="2183820"/>
                </a:moveTo>
                <a:lnTo>
                  <a:pt x="2136855" y="2184012"/>
                </a:lnTo>
                <a:lnTo>
                  <a:pt x="2186345" y="2182416"/>
                </a:lnTo>
                <a:lnTo>
                  <a:pt x="2235866" y="2179686"/>
                </a:lnTo>
                <a:lnTo>
                  <a:pt x="2384411" y="2169527"/>
                </a:lnTo>
                <a:lnTo>
                  <a:pt x="2433852" y="2167098"/>
                </a:lnTo>
                <a:lnTo>
                  <a:pt x="2483222" y="2165956"/>
                </a:lnTo>
                <a:lnTo>
                  <a:pt x="2532500" y="2166583"/>
                </a:lnTo>
                <a:lnTo>
                  <a:pt x="1853039" y="2144906"/>
                </a:lnTo>
                <a:lnTo>
                  <a:pt x="1889045" y="2156488"/>
                </a:lnTo>
                <a:lnTo>
                  <a:pt x="1937456" y="2167953"/>
                </a:lnTo>
                <a:lnTo>
                  <a:pt x="1986450" y="2176039"/>
                </a:lnTo>
                <a:lnTo>
                  <a:pt x="1986061" y="2176027"/>
                </a:lnTo>
                <a:lnTo>
                  <a:pt x="2036925" y="2181295"/>
                </a:lnTo>
                <a:lnTo>
                  <a:pt x="2087062" y="2183820"/>
                </a:lnTo>
                <a:close/>
              </a:path>
            </a:pathLst>
          </a:custGeom>
          <a:solidFill>
            <a:srgbClr val="CEB3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0" y="0"/>
            <a:ext cx="1198245" cy="2308860"/>
            <a:chOff x="0" y="0"/>
            <a:chExt cx="1198245" cy="2308860"/>
          </a:xfrm>
        </p:grpSpPr>
        <p:sp>
          <p:nvSpPr>
            <p:cNvPr id="11" name="object 11"/>
            <p:cNvSpPr/>
            <p:nvPr/>
          </p:nvSpPr>
          <p:spPr>
            <a:xfrm>
              <a:off x="0" y="415999"/>
              <a:ext cx="1144270" cy="1892935"/>
            </a:xfrm>
            <a:custGeom>
              <a:avLst/>
              <a:gdLst/>
              <a:ahLst/>
              <a:cxnLst/>
              <a:rect l="l" t="t" r="r" b="b"/>
              <a:pathLst>
                <a:path w="1144270" h="1892935">
                  <a:moveTo>
                    <a:pt x="0" y="0"/>
                  </a:moveTo>
                  <a:lnTo>
                    <a:pt x="0" y="1658009"/>
                  </a:lnTo>
                  <a:lnTo>
                    <a:pt x="61612" y="1731358"/>
                  </a:lnTo>
                  <a:lnTo>
                    <a:pt x="131601" y="1796917"/>
                  </a:lnTo>
                  <a:lnTo>
                    <a:pt x="169970" y="1824817"/>
                  </a:lnTo>
                  <a:lnTo>
                    <a:pt x="210847" y="1848588"/>
                  </a:lnTo>
                  <a:lnTo>
                    <a:pt x="254428" y="1867574"/>
                  </a:lnTo>
                  <a:lnTo>
                    <a:pt x="301991" y="1881468"/>
                  </a:lnTo>
                  <a:lnTo>
                    <a:pt x="350535" y="1889618"/>
                  </a:lnTo>
                  <a:lnTo>
                    <a:pt x="399818" y="1892835"/>
                  </a:lnTo>
                  <a:lnTo>
                    <a:pt x="499635" y="1887710"/>
                  </a:lnTo>
                  <a:lnTo>
                    <a:pt x="697135" y="1853659"/>
                  </a:lnTo>
                  <a:lnTo>
                    <a:pt x="841835" y="1816157"/>
                  </a:lnTo>
                  <a:lnTo>
                    <a:pt x="932213" y="1778964"/>
                  </a:lnTo>
                  <a:lnTo>
                    <a:pt x="973774" y="1755212"/>
                  </a:lnTo>
                  <a:lnTo>
                    <a:pt x="1012115" y="1727355"/>
                  </a:lnTo>
                  <a:lnTo>
                    <a:pt x="1046636" y="1694895"/>
                  </a:lnTo>
                  <a:lnTo>
                    <a:pt x="1076737" y="1657332"/>
                  </a:lnTo>
                  <a:lnTo>
                    <a:pt x="1101510" y="1614832"/>
                  </a:lnTo>
                  <a:lnTo>
                    <a:pt x="1119869" y="1569653"/>
                  </a:lnTo>
                  <a:lnTo>
                    <a:pt x="1132556" y="1522332"/>
                  </a:lnTo>
                  <a:lnTo>
                    <a:pt x="1140313" y="1473407"/>
                  </a:lnTo>
                  <a:lnTo>
                    <a:pt x="1143881" y="1423417"/>
                  </a:lnTo>
                  <a:lnTo>
                    <a:pt x="1141418" y="1322392"/>
                  </a:lnTo>
                  <a:lnTo>
                    <a:pt x="1124436" y="1173604"/>
                  </a:lnTo>
                  <a:lnTo>
                    <a:pt x="1088144" y="977766"/>
                  </a:lnTo>
                  <a:lnTo>
                    <a:pt x="1036853" y="785295"/>
                  </a:lnTo>
                  <a:lnTo>
                    <a:pt x="968834" y="595314"/>
                  </a:lnTo>
                  <a:lnTo>
                    <a:pt x="922140" y="504796"/>
                  </a:lnTo>
                  <a:lnTo>
                    <a:pt x="893754" y="463171"/>
                  </a:lnTo>
                  <a:lnTo>
                    <a:pt x="861293" y="424940"/>
                  </a:lnTo>
                  <a:lnTo>
                    <a:pt x="824220" y="390829"/>
                  </a:lnTo>
                  <a:lnTo>
                    <a:pt x="784868" y="362957"/>
                  </a:lnTo>
                  <a:lnTo>
                    <a:pt x="743065" y="340127"/>
                  </a:lnTo>
                  <a:lnTo>
                    <a:pt x="699181" y="321536"/>
                  </a:lnTo>
                  <a:lnTo>
                    <a:pt x="606652" y="293858"/>
                  </a:lnTo>
                  <a:lnTo>
                    <a:pt x="364827" y="242598"/>
                  </a:lnTo>
                  <a:lnTo>
                    <a:pt x="271669" y="212391"/>
                  </a:lnTo>
                  <a:lnTo>
                    <a:pt x="227542" y="192260"/>
                  </a:lnTo>
                  <a:lnTo>
                    <a:pt x="185567" y="168767"/>
                  </a:lnTo>
                  <a:lnTo>
                    <a:pt x="107947" y="112621"/>
                  </a:lnTo>
                  <a:lnTo>
                    <a:pt x="38563" y="45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205" y="0"/>
              <a:ext cx="1123315" cy="517525"/>
            </a:xfrm>
            <a:custGeom>
              <a:avLst/>
              <a:gdLst/>
              <a:ahLst/>
              <a:cxnLst/>
              <a:rect l="l" t="t" r="r" b="b"/>
              <a:pathLst>
                <a:path w="1123315" h="517525">
                  <a:moveTo>
                    <a:pt x="1059869" y="0"/>
                  </a:moveTo>
                  <a:lnTo>
                    <a:pt x="0" y="0"/>
                  </a:lnTo>
                  <a:lnTo>
                    <a:pt x="27343" y="45451"/>
                  </a:lnTo>
                  <a:lnTo>
                    <a:pt x="81706" y="122376"/>
                  </a:lnTo>
                  <a:lnTo>
                    <a:pt x="142780" y="194155"/>
                  </a:lnTo>
                  <a:lnTo>
                    <a:pt x="209975" y="260238"/>
                  </a:lnTo>
                  <a:lnTo>
                    <a:pt x="282704" y="320072"/>
                  </a:lnTo>
                  <a:lnTo>
                    <a:pt x="360377" y="373106"/>
                  </a:lnTo>
                  <a:lnTo>
                    <a:pt x="442407" y="418787"/>
                  </a:lnTo>
                  <a:lnTo>
                    <a:pt x="528205" y="456564"/>
                  </a:lnTo>
                  <a:lnTo>
                    <a:pt x="572333" y="472317"/>
                  </a:lnTo>
                  <a:lnTo>
                    <a:pt x="617182" y="485886"/>
                  </a:lnTo>
                  <a:lnTo>
                    <a:pt x="662679" y="497203"/>
                  </a:lnTo>
                  <a:lnTo>
                    <a:pt x="708751" y="506200"/>
                  </a:lnTo>
                  <a:lnTo>
                    <a:pt x="755323" y="512806"/>
                  </a:lnTo>
                  <a:lnTo>
                    <a:pt x="809989" y="517007"/>
                  </a:lnTo>
                  <a:lnTo>
                    <a:pt x="864958" y="516057"/>
                  </a:lnTo>
                  <a:lnTo>
                    <a:pt x="918666" y="508260"/>
                  </a:lnTo>
                  <a:lnTo>
                    <a:pt x="969548" y="491921"/>
                  </a:lnTo>
                  <a:lnTo>
                    <a:pt x="1016039" y="465345"/>
                  </a:lnTo>
                  <a:lnTo>
                    <a:pt x="1049985" y="434719"/>
                  </a:lnTo>
                  <a:lnTo>
                    <a:pt x="1077278" y="398237"/>
                  </a:lnTo>
                  <a:lnTo>
                    <a:pt x="1098065" y="357243"/>
                  </a:lnTo>
                  <a:lnTo>
                    <a:pt x="1112492" y="313076"/>
                  </a:lnTo>
                  <a:lnTo>
                    <a:pt x="1120705" y="267080"/>
                  </a:lnTo>
                  <a:lnTo>
                    <a:pt x="1122849" y="220597"/>
                  </a:lnTo>
                  <a:lnTo>
                    <a:pt x="1118741" y="170556"/>
                  </a:lnTo>
                  <a:lnTo>
                    <a:pt x="1108932" y="121459"/>
                  </a:lnTo>
                  <a:lnTo>
                    <a:pt x="1093952" y="73579"/>
                  </a:lnTo>
                  <a:lnTo>
                    <a:pt x="1074330" y="27190"/>
                  </a:lnTo>
                  <a:lnTo>
                    <a:pt x="1059869" y="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835023" y="2626945"/>
            <a:ext cx="15563215" cy="67075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75285" indent="-36258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75285" algn="l"/>
              </a:tabLst>
            </a:pP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This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project</a:t>
            </a:r>
            <a:r>
              <a:rPr sz="3350" spc="-1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focuses</a:t>
            </a:r>
            <a:r>
              <a:rPr sz="3350" spc="-3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on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developing</a:t>
            </a:r>
            <a:r>
              <a:rPr sz="3350" spc="-4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framework</a:t>
            </a:r>
            <a:r>
              <a:rPr sz="3350" spc="-3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for</a:t>
            </a: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smart</a:t>
            </a:r>
            <a:r>
              <a:rPr sz="3350" spc="-3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home</a:t>
            </a: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automation</a:t>
            </a:r>
            <a:r>
              <a:rPr sz="3350" spc="-3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by</a:t>
            </a:r>
            <a:endParaRPr sz="3350">
              <a:latin typeface="Times New Roman"/>
              <a:cs typeface="Times New Roman"/>
            </a:endParaRPr>
          </a:p>
          <a:p>
            <a:pPr marL="375285" marR="1198880" indent="-363220">
              <a:lnSpc>
                <a:spcPts val="4700"/>
              </a:lnSpc>
              <a:spcBef>
                <a:spcPts val="260"/>
              </a:spcBef>
              <a:buFont typeface="Arial MT"/>
              <a:buChar char="•"/>
              <a:tabLst>
                <a:tab pos="375285" algn="l"/>
                <a:tab pos="2499995" algn="l"/>
                <a:tab pos="3382010" algn="l"/>
                <a:tab pos="4936490" algn="l"/>
                <a:tab pos="5973445" algn="l"/>
                <a:tab pos="8308340" algn="l"/>
                <a:tab pos="10986135" algn="l"/>
                <a:tab pos="11926570" algn="l"/>
                <a:tab pos="14070965" algn="l"/>
              </a:tabLst>
            </a:pP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integrating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	</a:t>
            </a: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IoT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	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devices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	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with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	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cloud-based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	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infrastructure.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	</a:t>
            </a: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The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	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framework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	</a:t>
            </a: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is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designed</a:t>
            </a:r>
            <a:r>
              <a:rPr sz="3350" spc="-1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to</a:t>
            </a:r>
            <a:endParaRPr sz="3350">
              <a:latin typeface="Times New Roman"/>
              <a:cs typeface="Times New Roman"/>
            </a:endParaRPr>
          </a:p>
          <a:p>
            <a:pPr marL="375285" marR="1200785" indent="-363220">
              <a:lnSpc>
                <a:spcPts val="4690"/>
              </a:lnSpc>
              <a:spcBef>
                <a:spcPts val="20"/>
              </a:spcBef>
              <a:buFont typeface="Arial MT"/>
              <a:buChar char="•"/>
              <a:tabLst>
                <a:tab pos="375285" algn="l"/>
                <a:tab pos="1951355" algn="l"/>
                <a:tab pos="3743325" algn="l"/>
                <a:tab pos="6672580" algn="l"/>
                <a:tab pos="7561580" algn="l"/>
                <a:tab pos="10464800" algn="l"/>
                <a:tab pos="11900535" algn="l"/>
                <a:tab pos="13406119" algn="l"/>
              </a:tabLst>
            </a:pP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provide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	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seamless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	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communication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	</a:t>
            </a: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and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	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interoperability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	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among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	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diverse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	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smart devices,</a:t>
            </a:r>
            <a:endParaRPr sz="335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375285" algn="l"/>
              </a:tabLst>
            </a:pP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enabling</a:t>
            </a:r>
            <a:r>
              <a:rPr sz="3350" spc="-4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users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to</a:t>
            </a:r>
            <a:r>
              <a:rPr sz="3350" spc="-2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control</a:t>
            </a:r>
            <a:r>
              <a:rPr sz="3350" spc="-4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and</a:t>
            </a: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monitor</a:t>
            </a:r>
            <a:r>
              <a:rPr sz="3350" spc="-4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their</a:t>
            </a:r>
            <a:r>
              <a:rPr sz="3350" spc="-3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homes</a:t>
            </a: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efficiently.</a:t>
            </a:r>
            <a:r>
              <a:rPr sz="3350" spc="-3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It</a:t>
            </a: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addresses</a:t>
            </a:r>
            <a:r>
              <a:rPr sz="3350" spc="-1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key</a:t>
            </a:r>
            <a:endParaRPr sz="3350">
              <a:latin typeface="Times New Roman"/>
              <a:cs typeface="Times New Roman"/>
            </a:endParaRPr>
          </a:p>
          <a:p>
            <a:pPr marL="375285" marR="1198880" indent="-363220">
              <a:lnSpc>
                <a:spcPct val="116700"/>
              </a:lnSpc>
              <a:spcBef>
                <a:spcPts val="10"/>
              </a:spcBef>
              <a:buFont typeface="Arial MT"/>
              <a:buChar char="•"/>
              <a:tabLst>
                <a:tab pos="375285" algn="l"/>
              </a:tabLst>
            </a:pP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challenges</a:t>
            </a:r>
            <a:r>
              <a:rPr sz="3350" spc="3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such</a:t>
            </a:r>
            <a:r>
              <a:rPr sz="3350" spc="2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as</a:t>
            </a:r>
            <a:r>
              <a:rPr sz="3350" spc="4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data</a:t>
            </a:r>
            <a:r>
              <a:rPr sz="3350" spc="3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security,</a:t>
            </a:r>
            <a:r>
              <a:rPr sz="3350" spc="3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scalability,</a:t>
            </a:r>
            <a:r>
              <a:rPr sz="3350" spc="3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and</a:t>
            </a:r>
            <a:r>
              <a:rPr sz="3350" spc="3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energy</a:t>
            </a:r>
            <a:r>
              <a:rPr sz="3350" spc="4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efficiency</a:t>
            </a:r>
            <a:r>
              <a:rPr sz="3350" spc="3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while</a:t>
            </a:r>
            <a:r>
              <a:rPr sz="3350" spc="3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ensuring </a:t>
            </a:r>
            <a:r>
              <a:rPr sz="3350" spc="-50" dirty="0">
                <a:solidFill>
                  <a:srgbClr val="331C2C"/>
                </a:solidFill>
                <a:latin typeface="Times New Roman"/>
                <a:cs typeface="Times New Roman"/>
              </a:rPr>
              <a:t>a</a:t>
            </a:r>
            <a:endParaRPr sz="335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375285" algn="l"/>
              </a:tabLst>
            </a:pPr>
            <a:r>
              <a:rPr sz="3350" spc="-25" dirty="0">
                <a:solidFill>
                  <a:srgbClr val="331C2C"/>
                </a:solidFill>
                <a:latin typeface="Times New Roman"/>
                <a:cs typeface="Times New Roman"/>
              </a:rPr>
              <a:t>user-</a:t>
            </a:r>
            <a:r>
              <a:rPr sz="3350" dirty="0">
                <a:solidFill>
                  <a:srgbClr val="331C2C"/>
                </a:solidFill>
                <a:latin typeface="Times New Roman"/>
                <a:cs typeface="Times New Roman"/>
              </a:rPr>
              <a:t>friendly</a:t>
            </a:r>
            <a:r>
              <a:rPr sz="3350" spc="5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spc="-10" dirty="0">
                <a:solidFill>
                  <a:srgbClr val="331C2C"/>
                </a:solidFill>
                <a:latin typeface="Times New Roman"/>
                <a:cs typeface="Times New Roman"/>
              </a:rPr>
              <a:t>experience.</a:t>
            </a:r>
            <a:endParaRPr sz="3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33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4850" b="1" spc="-25" dirty="0">
                <a:solidFill>
                  <a:srgbClr val="331C2C"/>
                </a:solidFill>
                <a:latin typeface="Times New Roman"/>
                <a:cs typeface="Times New Roman"/>
              </a:rPr>
              <a:t>12</a:t>
            </a:r>
            <a:endParaRPr sz="4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893224"/>
            <a:ext cx="18288000" cy="3394075"/>
            <a:chOff x="0" y="6893224"/>
            <a:chExt cx="18288000" cy="3394075"/>
          </a:xfrm>
        </p:grpSpPr>
        <p:sp>
          <p:nvSpPr>
            <p:cNvPr id="3" name="object 3"/>
            <p:cNvSpPr/>
            <p:nvPr/>
          </p:nvSpPr>
          <p:spPr>
            <a:xfrm>
              <a:off x="16949835" y="7871637"/>
              <a:ext cx="1338580" cy="2077085"/>
            </a:xfrm>
            <a:custGeom>
              <a:avLst/>
              <a:gdLst/>
              <a:ahLst/>
              <a:cxnLst/>
              <a:rect l="l" t="t" r="r" b="b"/>
              <a:pathLst>
                <a:path w="1338580" h="2077084">
                  <a:moveTo>
                    <a:pt x="1338164" y="2076901"/>
                  </a:moveTo>
                  <a:lnTo>
                    <a:pt x="1338164" y="376508"/>
                  </a:lnTo>
                  <a:lnTo>
                    <a:pt x="1263776" y="277335"/>
                  </a:lnTo>
                  <a:lnTo>
                    <a:pt x="1160036" y="158914"/>
                  </a:lnTo>
                  <a:lnTo>
                    <a:pt x="1081212" y="90898"/>
                  </a:lnTo>
                  <a:lnTo>
                    <a:pt x="1038356" y="62333"/>
                  </a:lnTo>
                  <a:lnTo>
                    <a:pt x="992962" y="38357"/>
                  </a:lnTo>
                  <a:lnTo>
                    <a:pt x="944847" y="19692"/>
                  </a:lnTo>
                  <a:lnTo>
                    <a:pt x="898483" y="7841"/>
                  </a:lnTo>
                  <a:lnTo>
                    <a:pt x="851460" y="1025"/>
                  </a:lnTo>
                  <a:lnTo>
                    <a:pt x="756070" y="0"/>
                  </a:lnTo>
                  <a:lnTo>
                    <a:pt x="659947" y="11616"/>
                  </a:lnTo>
                  <a:lnTo>
                    <a:pt x="422444" y="65556"/>
                  </a:lnTo>
                  <a:lnTo>
                    <a:pt x="282762" y="112297"/>
                  </a:lnTo>
                  <a:lnTo>
                    <a:pt x="197148" y="155390"/>
                  </a:lnTo>
                  <a:lnTo>
                    <a:pt x="158111" y="181678"/>
                  </a:lnTo>
                  <a:lnTo>
                    <a:pt x="122263" y="211643"/>
                  </a:lnTo>
                  <a:lnTo>
                    <a:pt x="90108" y="245673"/>
                  </a:lnTo>
                  <a:lnTo>
                    <a:pt x="62154" y="284156"/>
                  </a:lnTo>
                  <a:lnTo>
                    <a:pt x="39575" y="325970"/>
                  </a:lnTo>
                  <a:lnTo>
                    <a:pt x="22660" y="369905"/>
                  </a:lnTo>
                  <a:lnTo>
                    <a:pt x="10827" y="415573"/>
                  </a:lnTo>
                  <a:lnTo>
                    <a:pt x="3493" y="462589"/>
                  </a:lnTo>
                  <a:lnTo>
                    <a:pt x="0" y="559114"/>
                  </a:lnTo>
                  <a:lnTo>
                    <a:pt x="13965" y="704332"/>
                  </a:lnTo>
                  <a:lnTo>
                    <a:pt x="61396" y="949263"/>
                  </a:lnTo>
                  <a:lnTo>
                    <a:pt x="130452" y="1189002"/>
                  </a:lnTo>
                  <a:lnTo>
                    <a:pt x="220215" y="1418845"/>
                  </a:lnTo>
                  <a:lnTo>
                    <a:pt x="265991" y="1504373"/>
                  </a:lnTo>
                  <a:lnTo>
                    <a:pt x="322317" y="1581812"/>
                  </a:lnTo>
                  <a:lnTo>
                    <a:pt x="355358" y="1616136"/>
                  </a:lnTo>
                  <a:lnTo>
                    <a:pt x="392143" y="1646803"/>
                  </a:lnTo>
                  <a:lnTo>
                    <a:pt x="432595" y="1673313"/>
                  </a:lnTo>
                  <a:lnTo>
                    <a:pt x="475145" y="1695012"/>
                  </a:lnTo>
                  <a:lnTo>
                    <a:pt x="519508" y="1712597"/>
                  </a:lnTo>
                  <a:lnTo>
                    <a:pt x="612514" y="1738222"/>
                  </a:lnTo>
                  <a:lnTo>
                    <a:pt x="952779" y="1801027"/>
                  </a:lnTo>
                  <a:lnTo>
                    <a:pt x="1045199" y="1834428"/>
                  </a:lnTo>
                  <a:lnTo>
                    <a:pt x="1131002" y="1881186"/>
                  </a:lnTo>
                  <a:lnTo>
                    <a:pt x="1209272" y="1939488"/>
                  </a:lnTo>
                  <a:lnTo>
                    <a:pt x="1280162" y="2007669"/>
                  </a:lnTo>
                  <a:lnTo>
                    <a:pt x="1338164" y="2076901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962415" y="9835537"/>
              <a:ext cx="1177925" cy="451484"/>
            </a:xfrm>
            <a:custGeom>
              <a:avLst/>
              <a:gdLst/>
              <a:ahLst/>
              <a:cxnLst/>
              <a:rect l="l" t="t" r="r" b="b"/>
              <a:pathLst>
                <a:path w="1177925" h="451484">
                  <a:moveTo>
                    <a:pt x="1177605" y="451460"/>
                  </a:moveTo>
                  <a:lnTo>
                    <a:pt x="1124227" y="384704"/>
                  </a:lnTo>
                  <a:lnTo>
                    <a:pt x="1059090" y="315528"/>
                  </a:lnTo>
                  <a:lnTo>
                    <a:pt x="988486" y="251949"/>
                  </a:lnTo>
                  <a:lnTo>
                    <a:pt x="912945" y="194425"/>
                  </a:lnTo>
                  <a:lnTo>
                    <a:pt x="832997" y="143415"/>
                  </a:lnTo>
                  <a:lnTo>
                    <a:pt x="749174" y="99378"/>
                  </a:lnTo>
                  <a:lnTo>
                    <a:pt x="662006" y="62772"/>
                  </a:lnTo>
                  <a:lnTo>
                    <a:pt x="572024" y="34055"/>
                  </a:lnTo>
                  <a:lnTo>
                    <a:pt x="479757" y="13685"/>
                  </a:lnTo>
                  <a:lnTo>
                    <a:pt x="385738" y="2121"/>
                  </a:lnTo>
                  <a:lnTo>
                    <a:pt x="336221" y="0"/>
                  </a:lnTo>
                  <a:lnTo>
                    <a:pt x="286430" y="1563"/>
                  </a:lnTo>
                  <a:lnTo>
                    <a:pt x="237390" y="7835"/>
                  </a:lnTo>
                  <a:lnTo>
                    <a:pt x="190125" y="19840"/>
                  </a:lnTo>
                  <a:lnTo>
                    <a:pt x="145662" y="38603"/>
                  </a:lnTo>
                  <a:lnTo>
                    <a:pt x="105026" y="65147"/>
                  </a:lnTo>
                  <a:lnTo>
                    <a:pt x="69559" y="99871"/>
                  </a:lnTo>
                  <a:lnTo>
                    <a:pt x="41568" y="140653"/>
                  </a:lnTo>
                  <a:lnTo>
                    <a:pt x="20834" y="186042"/>
                  </a:lnTo>
                  <a:lnTo>
                    <a:pt x="7140" y="234589"/>
                  </a:lnTo>
                  <a:lnTo>
                    <a:pt x="268" y="284847"/>
                  </a:lnTo>
                  <a:lnTo>
                    <a:pt x="0" y="335364"/>
                  </a:lnTo>
                  <a:lnTo>
                    <a:pt x="5489" y="382766"/>
                  </a:lnTo>
                  <a:lnTo>
                    <a:pt x="15738" y="429216"/>
                  </a:lnTo>
                  <a:lnTo>
                    <a:pt x="22911" y="451457"/>
                  </a:lnTo>
                  <a:lnTo>
                    <a:pt x="1177605" y="45146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893224"/>
              <a:ext cx="3025775" cy="3394075"/>
            </a:xfrm>
            <a:custGeom>
              <a:avLst/>
              <a:gdLst/>
              <a:ahLst/>
              <a:cxnLst/>
              <a:rect l="l" t="t" r="r" b="b"/>
              <a:pathLst>
                <a:path w="3025775" h="3394075">
                  <a:moveTo>
                    <a:pt x="180449" y="7524"/>
                  </a:moveTo>
                  <a:lnTo>
                    <a:pt x="131250" y="0"/>
                  </a:lnTo>
                  <a:lnTo>
                    <a:pt x="89100" y="7252"/>
                  </a:lnTo>
                  <a:lnTo>
                    <a:pt x="52706" y="28239"/>
                  </a:lnTo>
                  <a:lnTo>
                    <a:pt x="21421" y="60098"/>
                  </a:lnTo>
                  <a:lnTo>
                    <a:pt x="5" y="91929"/>
                  </a:lnTo>
                  <a:lnTo>
                    <a:pt x="0" y="3393773"/>
                  </a:lnTo>
                  <a:lnTo>
                    <a:pt x="3025318" y="3393779"/>
                  </a:lnTo>
                  <a:lnTo>
                    <a:pt x="2995744" y="3359010"/>
                  </a:lnTo>
                  <a:lnTo>
                    <a:pt x="2961439" y="3324444"/>
                  </a:lnTo>
                  <a:lnTo>
                    <a:pt x="2924479" y="3292806"/>
                  </a:lnTo>
                  <a:lnTo>
                    <a:pt x="2884856" y="3264373"/>
                  </a:lnTo>
                  <a:lnTo>
                    <a:pt x="2842565" y="3239426"/>
                  </a:lnTo>
                  <a:lnTo>
                    <a:pt x="2795974" y="3217257"/>
                  </a:lnTo>
                  <a:lnTo>
                    <a:pt x="2747946" y="3198723"/>
                  </a:lnTo>
                  <a:lnTo>
                    <a:pt x="2698860" y="3182832"/>
                  </a:lnTo>
                  <a:lnTo>
                    <a:pt x="2649097" y="3168594"/>
                  </a:lnTo>
                  <a:lnTo>
                    <a:pt x="2549062" y="3141110"/>
                  </a:lnTo>
                  <a:lnTo>
                    <a:pt x="2499552" y="3125883"/>
                  </a:lnTo>
                  <a:lnTo>
                    <a:pt x="2450886" y="3108344"/>
                  </a:lnTo>
                  <a:lnTo>
                    <a:pt x="2405104" y="3088397"/>
                  </a:lnTo>
                  <a:lnTo>
                    <a:pt x="2360875" y="3065348"/>
                  </a:lnTo>
                  <a:lnTo>
                    <a:pt x="2318330" y="3039363"/>
                  </a:lnTo>
                  <a:lnTo>
                    <a:pt x="2277597" y="3010608"/>
                  </a:lnTo>
                  <a:lnTo>
                    <a:pt x="2238807" y="2979246"/>
                  </a:lnTo>
                  <a:lnTo>
                    <a:pt x="2202088" y="2945443"/>
                  </a:lnTo>
                  <a:lnTo>
                    <a:pt x="2167571" y="2909363"/>
                  </a:lnTo>
                  <a:lnTo>
                    <a:pt x="2135385" y="2871172"/>
                  </a:lnTo>
                  <a:lnTo>
                    <a:pt x="2105659" y="2831035"/>
                  </a:lnTo>
                  <a:lnTo>
                    <a:pt x="2078523" y="2789116"/>
                  </a:lnTo>
                  <a:lnTo>
                    <a:pt x="2054107" y="2745581"/>
                  </a:lnTo>
                  <a:lnTo>
                    <a:pt x="2032540" y="2700593"/>
                  </a:lnTo>
                  <a:lnTo>
                    <a:pt x="2013951" y="2654319"/>
                  </a:lnTo>
                  <a:lnTo>
                    <a:pt x="1998470" y="2606923"/>
                  </a:lnTo>
                  <a:lnTo>
                    <a:pt x="1986227" y="2558570"/>
                  </a:lnTo>
                  <a:lnTo>
                    <a:pt x="1977352" y="2509426"/>
                  </a:lnTo>
                  <a:lnTo>
                    <a:pt x="1971843" y="2462411"/>
                  </a:lnTo>
                  <a:lnTo>
                    <a:pt x="1968532" y="2414772"/>
                  </a:lnTo>
                  <a:lnTo>
                    <a:pt x="1966875" y="2366687"/>
                  </a:lnTo>
                  <a:lnTo>
                    <a:pt x="1966327" y="2318334"/>
                  </a:lnTo>
                  <a:lnTo>
                    <a:pt x="1966374" y="2221542"/>
                  </a:lnTo>
                  <a:lnTo>
                    <a:pt x="1965880" y="2173460"/>
                  </a:lnTo>
                  <a:lnTo>
                    <a:pt x="1964313" y="2125825"/>
                  </a:lnTo>
                  <a:lnTo>
                    <a:pt x="1961128" y="2078816"/>
                  </a:lnTo>
                  <a:lnTo>
                    <a:pt x="1955781" y="2032611"/>
                  </a:lnTo>
                  <a:lnTo>
                    <a:pt x="1947726" y="1987389"/>
                  </a:lnTo>
                  <a:lnTo>
                    <a:pt x="1936417" y="1943329"/>
                  </a:lnTo>
                  <a:lnTo>
                    <a:pt x="1921310" y="1900609"/>
                  </a:lnTo>
                  <a:lnTo>
                    <a:pt x="1901859" y="1859408"/>
                  </a:lnTo>
                  <a:lnTo>
                    <a:pt x="1877520" y="1819905"/>
                  </a:lnTo>
                  <a:lnTo>
                    <a:pt x="1846939" y="1781639"/>
                  </a:lnTo>
                  <a:lnTo>
                    <a:pt x="1812273" y="1747694"/>
                  </a:lnTo>
                  <a:lnTo>
                    <a:pt x="1774027" y="1717824"/>
                  </a:lnTo>
                  <a:lnTo>
                    <a:pt x="1732708" y="1691784"/>
                  </a:lnTo>
                  <a:lnTo>
                    <a:pt x="1055204" y="1555714"/>
                  </a:lnTo>
                  <a:lnTo>
                    <a:pt x="1007130" y="1544950"/>
                  </a:lnTo>
                  <a:lnTo>
                    <a:pt x="959627" y="1531503"/>
                  </a:lnTo>
                  <a:lnTo>
                    <a:pt x="914569" y="1515629"/>
                  </a:lnTo>
                  <a:lnTo>
                    <a:pt x="870883" y="1497073"/>
                  </a:lnTo>
                  <a:lnTo>
                    <a:pt x="828588" y="1475958"/>
                  </a:lnTo>
                  <a:lnTo>
                    <a:pt x="787707" y="1452406"/>
                  </a:lnTo>
                  <a:lnTo>
                    <a:pt x="748259" y="1426542"/>
                  </a:lnTo>
                  <a:lnTo>
                    <a:pt x="710267" y="1398488"/>
                  </a:lnTo>
                  <a:lnTo>
                    <a:pt x="673750" y="1368367"/>
                  </a:lnTo>
                  <a:lnTo>
                    <a:pt x="638731" y="1336301"/>
                  </a:lnTo>
                  <a:lnTo>
                    <a:pt x="605229" y="1302414"/>
                  </a:lnTo>
                  <a:lnTo>
                    <a:pt x="573266" y="1266828"/>
                  </a:lnTo>
                  <a:lnTo>
                    <a:pt x="542864" y="1229667"/>
                  </a:lnTo>
                  <a:lnTo>
                    <a:pt x="514042" y="1191053"/>
                  </a:lnTo>
                  <a:lnTo>
                    <a:pt x="486822" y="1151109"/>
                  </a:lnTo>
                  <a:lnTo>
                    <a:pt x="461225" y="1109959"/>
                  </a:lnTo>
                  <a:lnTo>
                    <a:pt x="437271" y="1067725"/>
                  </a:lnTo>
                  <a:lnTo>
                    <a:pt x="414983" y="1024530"/>
                  </a:lnTo>
                  <a:lnTo>
                    <a:pt x="394380" y="980497"/>
                  </a:lnTo>
                  <a:lnTo>
                    <a:pt x="375484" y="935749"/>
                  </a:lnTo>
                  <a:lnTo>
                    <a:pt x="358316" y="890409"/>
                  </a:lnTo>
                  <a:lnTo>
                    <a:pt x="342896" y="844599"/>
                  </a:lnTo>
                  <a:lnTo>
                    <a:pt x="329246" y="798443"/>
                  </a:lnTo>
                  <a:lnTo>
                    <a:pt x="316992" y="750888"/>
                  </a:lnTo>
                  <a:lnTo>
                    <a:pt x="306222" y="703027"/>
                  </a:lnTo>
                  <a:lnTo>
                    <a:pt x="296858" y="654896"/>
                  </a:lnTo>
                  <a:lnTo>
                    <a:pt x="288827" y="606530"/>
                  </a:lnTo>
                  <a:lnTo>
                    <a:pt x="282051" y="557963"/>
                  </a:lnTo>
                  <a:lnTo>
                    <a:pt x="276454" y="509233"/>
                  </a:lnTo>
                  <a:lnTo>
                    <a:pt x="271962" y="460373"/>
                  </a:lnTo>
                  <a:lnTo>
                    <a:pt x="268497" y="411420"/>
                  </a:lnTo>
                  <a:lnTo>
                    <a:pt x="265984" y="362409"/>
                  </a:lnTo>
                  <a:lnTo>
                    <a:pt x="264348" y="313375"/>
                  </a:lnTo>
                  <a:lnTo>
                    <a:pt x="263512" y="264353"/>
                  </a:lnTo>
                  <a:lnTo>
                    <a:pt x="263796" y="223173"/>
                  </a:lnTo>
                  <a:lnTo>
                    <a:pt x="263804" y="179351"/>
                  </a:lnTo>
                  <a:lnTo>
                    <a:pt x="261271" y="135370"/>
                  </a:lnTo>
                  <a:lnTo>
                    <a:pt x="253933" y="93713"/>
                  </a:lnTo>
                  <a:lnTo>
                    <a:pt x="239526" y="56865"/>
                  </a:lnTo>
                  <a:lnTo>
                    <a:pt x="215786" y="27307"/>
                  </a:lnTo>
                  <a:lnTo>
                    <a:pt x="180449" y="7524"/>
                  </a:lnTo>
                  <a:close/>
                </a:path>
                <a:path w="3025775" h="3394075">
                  <a:moveTo>
                    <a:pt x="1497734" y="1610449"/>
                  </a:moveTo>
                  <a:lnTo>
                    <a:pt x="1448607" y="1602239"/>
                  </a:lnTo>
                  <a:lnTo>
                    <a:pt x="1399492" y="1595842"/>
                  </a:lnTo>
                  <a:lnTo>
                    <a:pt x="1350163" y="1590561"/>
                  </a:lnTo>
                  <a:lnTo>
                    <a:pt x="1201877" y="1576662"/>
                  </a:lnTo>
                  <a:lnTo>
                    <a:pt x="1152676" y="1571096"/>
                  </a:lnTo>
                  <a:lnTo>
                    <a:pt x="1103752" y="1564271"/>
                  </a:lnTo>
                  <a:lnTo>
                    <a:pt x="1055204" y="1555714"/>
                  </a:lnTo>
                  <a:lnTo>
                    <a:pt x="1722503" y="1686562"/>
                  </a:lnTo>
                  <a:lnTo>
                    <a:pt x="1688822" y="1669328"/>
                  </a:lnTo>
                  <a:lnTo>
                    <a:pt x="1642875" y="1650212"/>
                  </a:lnTo>
                  <a:lnTo>
                    <a:pt x="1595809" y="1634337"/>
                  </a:lnTo>
                  <a:lnTo>
                    <a:pt x="1596191" y="1634412"/>
                  </a:lnTo>
                  <a:lnTo>
                    <a:pt x="1546825" y="1621018"/>
                  </a:lnTo>
                  <a:lnTo>
                    <a:pt x="1497734" y="1610449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31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0" dirty="0"/>
              <a:t>SYSTEM</a:t>
            </a:r>
            <a:r>
              <a:rPr spc="-615" dirty="0"/>
              <a:t> </a:t>
            </a:r>
            <a:r>
              <a:rPr spc="-305" dirty="0"/>
              <a:t>SPECIFICATION</a:t>
            </a:r>
          </a:p>
        </p:txBody>
      </p:sp>
      <p:sp>
        <p:nvSpPr>
          <p:cNvPr id="7" name="object 7"/>
          <p:cNvSpPr/>
          <p:nvPr/>
        </p:nvSpPr>
        <p:spPr>
          <a:xfrm>
            <a:off x="14636091" y="-1"/>
            <a:ext cx="3652520" cy="3553460"/>
          </a:xfrm>
          <a:custGeom>
            <a:avLst/>
            <a:gdLst/>
            <a:ahLst/>
            <a:cxnLst/>
            <a:rect l="l" t="t" r="r" b="b"/>
            <a:pathLst>
              <a:path w="3652519" h="3553460">
                <a:moveTo>
                  <a:pt x="3644823" y="3553300"/>
                </a:moveTo>
                <a:lnTo>
                  <a:pt x="3651903" y="3553230"/>
                </a:lnTo>
                <a:lnTo>
                  <a:pt x="3651907" y="0"/>
                </a:lnTo>
                <a:lnTo>
                  <a:pt x="0" y="0"/>
                </a:lnTo>
                <a:lnTo>
                  <a:pt x="6839" y="52723"/>
                </a:lnTo>
                <a:lnTo>
                  <a:pt x="14443" y="101394"/>
                </a:lnTo>
                <a:lnTo>
                  <a:pt x="23393" y="149749"/>
                </a:lnTo>
                <a:lnTo>
                  <a:pt x="33857" y="197731"/>
                </a:lnTo>
                <a:lnTo>
                  <a:pt x="45998" y="245287"/>
                </a:lnTo>
                <a:lnTo>
                  <a:pt x="59985" y="292359"/>
                </a:lnTo>
                <a:lnTo>
                  <a:pt x="75981" y="338892"/>
                </a:lnTo>
                <a:lnTo>
                  <a:pt x="94298" y="384880"/>
                </a:lnTo>
                <a:lnTo>
                  <a:pt x="115114" y="430039"/>
                </a:lnTo>
                <a:lnTo>
                  <a:pt x="138390" y="474093"/>
                </a:lnTo>
                <a:lnTo>
                  <a:pt x="164089" y="516766"/>
                </a:lnTo>
                <a:lnTo>
                  <a:pt x="192169" y="557781"/>
                </a:lnTo>
                <a:lnTo>
                  <a:pt x="222594" y="596863"/>
                </a:lnTo>
                <a:lnTo>
                  <a:pt x="255324" y="633734"/>
                </a:lnTo>
                <a:lnTo>
                  <a:pt x="290319" y="668118"/>
                </a:lnTo>
                <a:lnTo>
                  <a:pt x="327542" y="699740"/>
                </a:lnTo>
                <a:lnTo>
                  <a:pt x="366954" y="728322"/>
                </a:lnTo>
                <a:lnTo>
                  <a:pt x="408514" y="753588"/>
                </a:lnTo>
                <a:lnTo>
                  <a:pt x="452186" y="775263"/>
                </a:lnTo>
                <a:lnTo>
                  <a:pt x="497929" y="793069"/>
                </a:lnTo>
                <a:lnTo>
                  <a:pt x="547467" y="807442"/>
                </a:lnTo>
                <a:lnTo>
                  <a:pt x="597838" y="817997"/>
                </a:lnTo>
                <a:lnTo>
                  <a:pt x="648828" y="825773"/>
                </a:lnTo>
                <a:lnTo>
                  <a:pt x="700219" y="831811"/>
                </a:lnTo>
                <a:lnTo>
                  <a:pt x="803344" y="842824"/>
                </a:lnTo>
                <a:lnTo>
                  <a:pt x="854645" y="849877"/>
                </a:lnTo>
                <a:lnTo>
                  <a:pt x="905485" y="859348"/>
                </a:lnTo>
                <a:lnTo>
                  <a:pt x="953868" y="871659"/>
                </a:lnTo>
                <a:lnTo>
                  <a:pt x="1001217" y="887280"/>
                </a:lnTo>
                <a:lnTo>
                  <a:pt x="1047378" y="906069"/>
                </a:lnTo>
                <a:lnTo>
                  <a:pt x="1092196" y="927883"/>
                </a:lnTo>
                <a:lnTo>
                  <a:pt x="1135518" y="952582"/>
                </a:lnTo>
                <a:lnTo>
                  <a:pt x="1177189" y="980023"/>
                </a:lnTo>
                <a:lnTo>
                  <a:pt x="1217054" y="1010065"/>
                </a:lnTo>
                <a:lnTo>
                  <a:pt x="1254959" y="1042565"/>
                </a:lnTo>
                <a:lnTo>
                  <a:pt x="1290750" y="1077381"/>
                </a:lnTo>
                <a:lnTo>
                  <a:pt x="1324272" y="1114373"/>
                </a:lnTo>
                <a:lnTo>
                  <a:pt x="1355371" y="1153397"/>
                </a:lnTo>
                <a:lnTo>
                  <a:pt x="1383893" y="1194312"/>
                </a:lnTo>
                <a:lnTo>
                  <a:pt x="1409683" y="1236976"/>
                </a:lnTo>
                <a:lnTo>
                  <a:pt x="1432587" y="1281248"/>
                </a:lnTo>
                <a:lnTo>
                  <a:pt x="1452451" y="1326985"/>
                </a:lnTo>
                <a:lnTo>
                  <a:pt x="1469120" y="1374045"/>
                </a:lnTo>
                <a:lnTo>
                  <a:pt x="1482124" y="1419546"/>
                </a:lnTo>
                <a:lnTo>
                  <a:pt x="1493060" y="1466017"/>
                </a:lnTo>
                <a:lnTo>
                  <a:pt x="1502436" y="1513194"/>
                </a:lnTo>
                <a:lnTo>
                  <a:pt x="1510761" y="1560813"/>
                </a:lnTo>
                <a:lnTo>
                  <a:pt x="1526296" y="1656322"/>
                </a:lnTo>
                <a:lnTo>
                  <a:pt x="1534524" y="1703683"/>
                </a:lnTo>
                <a:lnTo>
                  <a:pt x="1543739" y="1750431"/>
                </a:lnTo>
                <a:lnTo>
                  <a:pt x="1554449" y="1796300"/>
                </a:lnTo>
                <a:lnTo>
                  <a:pt x="1567163" y="1841028"/>
                </a:lnTo>
                <a:lnTo>
                  <a:pt x="1582391" y="1884350"/>
                </a:lnTo>
                <a:lnTo>
                  <a:pt x="1600642" y="1926002"/>
                </a:lnTo>
                <a:lnTo>
                  <a:pt x="1622425" y="1965720"/>
                </a:lnTo>
                <a:lnTo>
                  <a:pt x="1648249" y="2003240"/>
                </a:lnTo>
                <a:lnTo>
                  <a:pt x="1678623" y="2038298"/>
                </a:lnTo>
                <a:lnTo>
                  <a:pt x="1714956" y="2071130"/>
                </a:lnTo>
                <a:lnTo>
                  <a:pt x="1754625" y="2099042"/>
                </a:lnTo>
                <a:lnTo>
                  <a:pt x="1797169" y="2122356"/>
                </a:lnTo>
                <a:lnTo>
                  <a:pt x="1842129" y="2141397"/>
                </a:lnTo>
                <a:lnTo>
                  <a:pt x="2532500" y="2166583"/>
                </a:lnTo>
                <a:lnTo>
                  <a:pt x="2581666" y="2169465"/>
                </a:lnTo>
                <a:lnTo>
                  <a:pt x="2630700" y="2175085"/>
                </a:lnTo>
                <a:lnTo>
                  <a:pt x="2677712" y="2183494"/>
                </a:lnTo>
                <a:lnTo>
                  <a:pt x="2723803" y="2194769"/>
                </a:lnTo>
                <a:lnTo>
                  <a:pt x="2768933" y="2208794"/>
                </a:lnTo>
                <a:lnTo>
                  <a:pt x="2813060" y="2225450"/>
                </a:lnTo>
                <a:lnTo>
                  <a:pt x="2856146" y="2244618"/>
                </a:lnTo>
                <a:lnTo>
                  <a:pt x="2898148" y="2266182"/>
                </a:lnTo>
                <a:lnTo>
                  <a:pt x="2939026" y="2290023"/>
                </a:lnTo>
                <a:lnTo>
                  <a:pt x="2978740" y="2316024"/>
                </a:lnTo>
                <a:lnTo>
                  <a:pt x="3017250" y="2344065"/>
                </a:lnTo>
                <a:lnTo>
                  <a:pt x="3054515" y="2374031"/>
                </a:lnTo>
                <a:lnTo>
                  <a:pt x="3090495" y="2405802"/>
                </a:lnTo>
                <a:lnTo>
                  <a:pt x="3125149" y="2439261"/>
                </a:lnTo>
                <a:lnTo>
                  <a:pt x="3158436" y="2474290"/>
                </a:lnTo>
                <a:lnTo>
                  <a:pt x="3190316" y="2510770"/>
                </a:lnTo>
                <a:lnTo>
                  <a:pt x="3220749" y="2548585"/>
                </a:lnTo>
                <a:lnTo>
                  <a:pt x="3249694" y="2587616"/>
                </a:lnTo>
                <a:lnTo>
                  <a:pt x="3277111" y="2627745"/>
                </a:lnTo>
                <a:lnTo>
                  <a:pt x="3302958" y="2668854"/>
                </a:lnTo>
                <a:lnTo>
                  <a:pt x="3327197" y="2710826"/>
                </a:lnTo>
                <a:lnTo>
                  <a:pt x="3349785" y="2753542"/>
                </a:lnTo>
                <a:lnTo>
                  <a:pt x="3370684" y="2796885"/>
                </a:lnTo>
                <a:lnTo>
                  <a:pt x="3390430" y="2841833"/>
                </a:lnTo>
                <a:lnTo>
                  <a:pt x="3408762" y="2887321"/>
                </a:lnTo>
                <a:lnTo>
                  <a:pt x="3425749" y="2933303"/>
                </a:lnTo>
                <a:lnTo>
                  <a:pt x="3441460" y="2979732"/>
                </a:lnTo>
                <a:lnTo>
                  <a:pt x="3455964" y="3026559"/>
                </a:lnTo>
                <a:lnTo>
                  <a:pt x="3469330" y="3073739"/>
                </a:lnTo>
                <a:lnTo>
                  <a:pt x="3481629" y="3121223"/>
                </a:lnTo>
                <a:lnTo>
                  <a:pt x="3492928" y="3168966"/>
                </a:lnTo>
                <a:lnTo>
                  <a:pt x="3503297" y="3216919"/>
                </a:lnTo>
                <a:lnTo>
                  <a:pt x="3512805" y="3265036"/>
                </a:lnTo>
                <a:lnTo>
                  <a:pt x="3521522" y="3313269"/>
                </a:lnTo>
                <a:lnTo>
                  <a:pt x="3527871" y="3353945"/>
                </a:lnTo>
                <a:lnTo>
                  <a:pt x="3534918" y="3397184"/>
                </a:lnTo>
                <a:lnTo>
                  <a:pt x="3544498" y="3440171"/>
                </a:lnTo>
                <a:lnTo>
                  <a:pt x="3558444" y="3480090"/>
                </a:lnTo>
                <a:lnTo>
                  <a:pt x="3578591" y="3514129"/>
                </a:lnTo>
                <a:lnTo>
                  <a:pt x="3606772" y="3539470"/>
                </a:lnTo>
                <a:lnTo>
                  <a:pt x="3644823" y="3553300"/>
                </a:lnTo>
                <a:close/>
              </a:path>
              <a:path w="3652519" h="3553460">
                <a:moveTo>
                  <a:pt x="2087062" y="2183820"/>
                </a:moveTo>
                <a:lnTo>
                  <a:pt x="2136855" y="2184012"/>
                </a:lnTo>
                <a:lnTo>
                  <a:pt x="2186345" y="2182416"/>
                </a:lnTo>
                <a:lnTo>
                  <a:pt x="2235866" y="2179686"/>
                </a:lnTo>
                <a:lnTo>
                  <a:pt x="2384411" y="2169527"/>
                </a:lnTo>
                <a:lnTo>
                  <a:pt x="2433852" y="2167098"/>
                </a:lnTo>
                <a:lnTo>
                  <a:pt x="2483222" y="2165956"/>
                </a:lnTo>
                <a:lnTo>
                  <a:pt x="2532500" y="2166583"/>
                </a:lnTo>
                <a:lnTo>
                  <a:pt x="1853039" y="2144906"/>
                </a:lnTo>
                <a:lnTo>
                  <a:pt x="1889045" y="2156488"/>
                </a:lnTo>
                <a:lnTo>
                  <a:pt x="1937456" y="2167953"/>
                </a:lnTo>
                <a:lnTo>
                  <a:pt x="1986450" y="2176039"/>
                </a:lnTo>
                <a:lnTo>
                  <a:pt x="1986061" y="2176027"/>
                </a:lnTo>
                <a:lnTo>
                  <a:pt x="2036925" y="2181295"/>
                </a:lnTo>
                <a:lnTo>
                  <a:pt x="2087062" y="2183820"/>
                </a:lnTo>
                <a:close/>
              </a:path>
            </a:pathLst>
          </a:custGeom>
          <a:solidFill>
            <a:srgbClr val="CEB3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0" y="0"/>
            <a:ext cx="1198245" cy="2308860"/>
            <a:chOff x="0" y="0"/>
            <a:chExt cx="1198245" cy="2308860"/>
          </a:xfrm>
        </p:grpSpPr>
        <p:sp>
          <p:nvSpPr>
            <p:cNvPr id="9" name="object 9"/>
            <p:cNvSpPr/>
            <p:nvPr/>
          </p:nvSpPr>
          <p:spPr>
            <a:xfrm>
              <a:off x="0" y="415999"/>
              <a:ext cx="1144270" cy="1892935"/>
            </a:xfrm>
            <a:custGeom>
              <a:avLst/>
              <a:gdLst/>
              <a:ahLst/>
              <a:cxnLst/>
              <a:rect l="l" t="t" r="r" b="b"/>
              <a:pathLst>
                <a:path w="1144270" h="1892935">
                  <a:moveTo>
                    <a:pt x="0" y="0"/>
                  </a:moveTo>
                  <a:lnTo>
                    <a:pt x="0" y="1658009"/>
                  </a:lnTo>
                  <a:lnTo>
                    <a:pt x="61612" y="1731358"/>
                  </a:lnTo>
                  <a:lnTo>
                    <a:pt x="131601" y="1796917"/>
                  </a:lnTo>
                  <a:lnTo>
                    <a:pt x="169970" y="1824817"/>
                  </a:lnTo>
                  <a:lnTo>
                    <a:pt x="210847" y="1848588"/>
                  </a:lnTo>
                  <a:lnTo>
                    <a:pt x="254428" y="1867574"/>
                  </a:lnTo>
                  <a:lnTo>
                    <a:pt x="301991" y="1881468"/>
                  </a:lnTo>
                  <a:lnTo>
                    <a:pt x="350535" y="1889618"/>
                  </a:lnTo>
                  <a:lnTo>
                    <a:pt x="399818" y="1892835"/>
                  </a:lnTo>
                  <a:lnTo>
                    <a:pt x="499635" y="1887710"/>
                  </a:lnTo>
                  <a:lnTo>
                    <a:pt x="697135" y="1853659"/>
                  </a:lnTo>
                  <a:lnTo>
                    <a:pt x="841835" y="1816157"/>
                  </a:lnTo>
                  <a:lnTo>
                    <a:pt x="932213" y="1778964"/>
                  </a:lnTo>
                  <a:lnTo>
                    <a:pt x="973774" y="1755212"/>
                  </a:lnTo>
                  <a:lnTo>
                    <a:pt x="1012115" y="1727355"/>
                  </a:lnTo>
                  <a:lnTo>
                    <a:pt x="1046636" y="1694895"/>
                  </a:lnTo>
                  <a:lnTo>
                    <a:pt x="1076737" y="1657332"/>
                  </a:lnTo>
                  <a:lnTo>
                    <a:pt x="1101510" y="1614832"/>
                  </a:lnTo>
                  <a:lnTo>
                    <a:pt x="1119869" y="1569653"/>
                  </a:lnTo>
                  <a:lnTo>
                    <a:pt x="1132556" y="1522332"/>
                  </a:lnTo>
                  <a:lnTo>
                    <a:pt x="1140313" y="1473407"/>
                  </a:lnTo>
                  <a:lnTo>
                    <a:pt x="1143881" y="1423417"/>
                  </a:lnTo>
                  <a:lnTo>
                    <a:pt x="1141418" y="1322392"/>
                  </a:lnTo>
                  <a:lnTo>
                    <a:pt x="1124436" y="1173604"/>
                  </a:lnTo>
                  <a:lnTo>
                    <a:pt x="1088144" y="977766"/>
                  </a:lnTo>
                  <a:lnTo>
                    <a:pt x="1036853" y="785295"/>
                  </a:lnTo>
                  <a:lnTo>
                    <a:pt x="968834" y="595314"/>
                  </a:lnTo>
                  <a:lnTo>
                    <a:pt x="922140" y="504796"/>
                  </a:lnTo>
                  <a:lnTo>
                    <a:pt x="893754" y="463171"/>
                  </a:lnTo>
                  <a:lnTo>
                    <a:pt x="861293" y="424940"/>
                  </a:lnTo>
                  <a:lnTo>
                    <a:pt x="824220" y="390829"/>
                  </a:lnTo>
                  <a:lnTo>
                    <a:pt x="784868" y="362957"/>
                  </a:lnTo>
                  <a:lnTo>
                    <a:pt x="743065" y="340127"/>
                  </a:lnTo>
                  <a:lnTo>
                    <a:pt x="699181" y="321536"/>
                  </a:lnTo>
                  <a:lnTo>
                    <a:pt x="606652" y="293858"/>
                  </a:lnTo>
                  <a:lnTo>
                    <a:pt x="364827" y="242598"/>
                  </a:lnTo>
                  <a:lnTo>
                    <a:pt x="271669" y="212391"/>
                  </a:lnTo>
                  <a:lnTo>
                    <a:pt x="227542" y="192260"/>
                  </a:lnTo>
                  <a:lnTo>
                    <a:pt x="185567" y="168767"/>
                  </a:lnTo>
                  <a:lnTo>
                    <a:pt x="107947" y="112621"/>
                  </a:lnTo>
                  <a:lnTo>
                    <a:pt x="38563" y="45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205" y="0"/>
              <a:ext cx="1123315" cy="517525"/>
            </a:xfrm>
            <a:custGeom>
              <a:avLst/>
              <a:gdLst/>
              <a:ahLst/>
              <a:cxnLst/>
              <a:rect l="l" t="t" r="r" b="b"/>
              <a:pathLst>
                <a:path w="1123315" h="517525">
                  <a:moveTo>
                    <a:pt x="1059869" y="0"/>
                  </a:moveTo>
                  <a:lnTo>
                    <a:pt x="0" y="0"/>
                  </a:lnTo>
                  <a:lnTo>
                    <a:pt x="27343" y="45451"/>
                  </a:lnTo>
                  <a:lnTo>
                    <a:pt x="81706" y="122376"/>
                  </a:lnTo>
                  <a:lnTo>
                    <a:pt x="142780" y="194155"/>
                  </a:lnTo>
                  <a:lnTo>
                    <a:pt x="209975" y="260238"/>
                  </a:lnTo>
                  <a:lnTo>
                    <a:pt x="282704" y="320072"/>
                  </a:lnTo>
                  <a:lnTo>
                    <a:pt x="360377" y="373106"/>
                  </a:lnTo>
                  <a:lnTo>
                    <a:pt x="442407" y="418787"/>
                  </a:lnTo>
                  <a:lnTo>
                    <a:pt x="528205" y="456564"/>
                  </a:lnTo>
                  <a:lnTo>
                    <a:pt x="572333" y="472317"/>
                  </a:lnTo>
                  <a:lnTo>
                    <a:pt x="617182" y="485886"/>
                  </a:lnTo>
                  <a:lnTo>
                    <a:pt x="662679" y="497203"/>
                  </a:lnTo>
                  <a:lnTo>
                    <a:pt x="708751" y="506200"/>
                  </a:lnTo>
                  <a:lnTo>
                    <a:pt x="755323" y="512806"/>
                  </a:lnTo>
                  <a:lnTo>
                    <a:pt x="809989" y="517007"/>
                  </a:lnTo>
                  <a:lnTo>
                    <a:pt x="864958" y="516057"/>
                  </a:lnTo>
                  <a:lnTo>
                    <a:pt x="918666" y="508260"/>
                  </a:lnTo>
                  <a:lnTo>
                    <a:pt x="969548" y="491921"/>
                  </a:lnTo>
                  <a:lnTo>
                    <a:pt x="1016039" y="465345"/>
                  </a:lnTo>
                  <a:lnTo>
                    <a:pt x="1049985" y="434719"/>
                  </a:lnTo>
                  <a:lnTo>
                    <a:pt x="1077278" y="398237"/>
                  </a:lnTo>
                  <a:lnTo>
                    <a:pt x="1098065" y="357243"/>
                  </a:lnTo>
                  <a:lnTo>
                    <a:pt x="1112492" y="313076"/>
                  </a:lnTo>
                  <a:lnTo>
                    <a:pt x="1120705" y="267080"/>
                  </a:lnTo>
                  <a:lnTo>
                    <a:pt x="1122849" y="220597"/>
                  </a:lnTo>
                  <a:lnTo>
                    <a:pt x="1118741" y="170556"/>
                  </a:lnTo>
                  <a:lnTo>
                    <a:pt x="1108932" y="121459"/>
                  </a:lnTo>
                  <a:lnTo>
                    <a:pt x="1093952" y="73579"/>
                  </a:lnTo>
                  <a:lnTo>
                    <a:pt x="1074330" y="27190"/>
                  </a:lnTo>
                  <a:lnTo>
                    <a:pt x="1059869" y="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40383" y="3059683"/>
            <a:ext cx="4785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469265" algn="l"/>
              </a:tabLst>
            </a:pPr>
            <a:r>
              <a:rPr sz="1800" b="1" spc="-10" dirty="0">
                <a:latin typeface="Times New Roman"/>
                <a:cs typeface="Times New Roman"/>
              </a:rPr>
              <a:t>microcontroller</a:t>
            </a:r>
            <a:r>
              <a:rPr sz="1800" spc="-10" dirty="0">
                <a:latin typeface="Times New Roman"/>
                <a:cs typeface="Times New Roman"/>
              </a:rPr>
              <a:t>: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Arduino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Uno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(ATmega328P)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97583" y="3334258"/>
            <a:ext cx="7229475" cy="3729354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900" algn="l"/>
              </a:tabLst>
            </a:pPr>
            <a:r>
              <a:rPr sz="1800" b="1" spc="-25" dirty="0">
                <a:latin typeface="Times New Roman"/>
                <a:cs typeface="Times New Roman"/>
              </a:rPr>
              <a:t>Wi-</a:t>
            </a:r>
            <a:r>
              <a:rPr sz="1800" b="1" dirty="0">
                <a:latin typeface="Times New Roman"/>
                <a:cs typeface="Times New Roman"/>
              </a:rPr>
              <a:t>Fi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Module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ESP8266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(for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cloud-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remote </a:t>
            </a:r>
            <a:r>
              <a:rPr sz="1800" spc="-10" dirty="0">
                <a:latin typeface="Times New Roman"/>
                <a:cs typeface="Times New Roman"/>
              </a:rPr>
              <a:t>control)</a:t>
            </a:r>
            <a:endParaRPr sz="18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080"/>
              </a:spcBef>
              <a:buFont typeface="Times New Roman"/>
              <a:buChar char="•"/>
              <a:tabLst>
                <a:tab pos="469900" algn="l"/>
              </a:tabLst>
            </a:pPr>
            <a:r>
              <a:rPr sz="1800" b="1" dirty="0">
                <a:latin typeface="Times New Roman"/>
                <a:cs typeface="Times New Roman"/>
              </a:rPr>
              <a:t>Bluetooth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Module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10" dirty="0">
                <a:latin typeface="Times New Roman"/>
                <a:cs typeface="Times New Roman"/>
              </a:rPr>
              <a:t> HC-</a:t>
            </a:r>
            <a:r>
              <a:rPr sz="1800" dirty="0">
                <a:latin typeface="Times New Roman"/>
                <a:cs typeface="Times New Roman"/>
              </a:rPr>
              <a:t>05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(for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local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control)</a:t>
            </a:r>
            <a:endParaRPr sz="18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080"/>
              </a:spcBef>
              <a:buFont typeface="Times New Roman"/>
              <a:buChar char="•"/>
              <a:tabLst>
                <a:tab pos="469900" algn="l"/>
              </a:tabLst>
            </a:pPr>
            <a:r>
              <a:rPr sz="1800" b="1" dirty="0">
                <a:latin typeface="Times New Roman"/>
                <a:cs typeface="Times New Roman"/>
              </a:rPr>
              <a:t>Relay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Module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2-Channel/4-</a:t>
            </a:r>
            <a:r>
              <a:rPr sz="1800" dirty="0">
                <a:latin typeface="Times New Roman"/>
                <a:cs typeface="Times New Roman"/>
              </a:rPr>
              <a:t>Channel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Relay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(to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turn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appliances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ON/OFF)</a:t>
            </a:r>
            <a:endParaRPr sz="18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080"/>
              </a:spcBef>
              <a:buFont typeface="Times New Roman"/>
              <a:buChar char="•"/>
              <a:tabLst>
                <a:tab pos="469900" algn="l"/>
              </a:tabLst>
            </a:pPr>
            <a:r>
              <a:rPr sz="1800" b="1" dirty="0">
                <a:latin typeface="Times New Roman"/>
                <a:cs typeface="Times New Roman"/>
              </a:rPr>
              <a:t>Power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Supply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9V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12V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Battery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5V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USB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Adapter</a:t>
            </a:r>
            <a:endParaRPr sz="18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080"/>
              </a:spcBef>
              <a:buFont typeface="Times New Roman"/>
              <a:buChar char="•"/>
              <a:tabLst>
                <a:tab pos="469900" algn="l"/>
              </a:tabLst>
            </a:pPr>
            <a:r>
              <a:rPr sz="1800" b="1" dirty="0">
                <a:latin typeface="Times New Roman"/>
                <a:cs typeface="Times New Roman"/>
              </a:rPr>
              <a:t>Switches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Manual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switches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direct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appliance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control</a:t>
            </a:r>
            <a:endParaRPr sz="18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080"/>
              </a:spcBef>
              <a:buFont typeface="Times New Roman"/>
              <a:buChar char="•"/>
              <a:tabLst>
                <a:tab pos="469900" algn="l"/>
              </a:tabLst>
            </a:pPr>
            <a:r>
              <a:rPr sz="1800" b="1" dirty="0">
                <a:latin typeface="Times New Roman"/>
                <a:cs typeface="Times New Roman"/>
              </a:rPr>
              <a:t>Jumper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Wires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connecting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components</a:t>
            </a:r>
            <a:endParaRPr sz="18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080"/>
              </a:spcBef>
              <a:buFont typeface="Times New Roman"/>
              <a:buChar char="•"/>
              <a:tabLst>
                <a:tab pos="469900" algn="l"/>
              </a:tabLst>
            </a:pPr>
            <a:r>
              <a:rPr sz="1800" b="1" dirty="0">
                <a:latin typeface="Times New Roman"/>
                <a:cs typeface="Times New Roman"/>
              </a:rPr>
              <a:t>PCB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or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Breadboard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assembling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circuit</a:t>
            </a:r>
            <a:endParaRPr sz="1800">
              <a:latin typeface="Times New Roman"/>
              <a:cs typeface="Times New Roman"/>
            </a:endParaRPr>
          </a:p>
          <a:p>
            <a:pPr marL="719455" indent="-706755">
              <a:lnSpc>
                <a:spcPct val="100000"/>
              </a:lnSpc>
              <a:spcBef>
                <a:spcPts val="1080"/>
              </a:spcBef>
              <a:buChar char="•"/>
              <a:tabLst>
                <a:tab pos="719455" algn="l"/>
              </a:tabLst>
            </a:pPr>
            <a:r>
              <a:rPr sz="1800" b="1" dirty="0">
                <a:latin typeface="Times New Roman"/>
                <a:cs typeface="Times New Roman"/>
              </a:rPr>
              <a:t>Light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Bulb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/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LED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Lamp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45" dirty="0">
                <a:latin typeface="Times New Roman"/>
                <a:cs typeface="Times New Roman"/>
              </a:rPr>
              <a:t> To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test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automation</a:t>
            </a:r>
            <a:endParaRPr sz="1800">
              <a:latin typeface="Times New Roman"/>
              <a:cs typeface="Times New Roman"/>
            </a:endParaRPr>
          </a:p>
          <a:p>
            <a:pPr marL="719455" indent="-706755">
              <a:lnSpc>
                <a:spcPct val="100000"/>
              </a:lnSpc>
              <a:spcBef>
                <a:spcPts val="1080"/>
              </a:spcBef>
              <a:buChar char="•"/>
              <a:tabLst>
                <a:tab pos="719455" algn="l"/>
              </a:tabLst>
            </a:pPr>
            <a:r>
              <a:rPr sz="1800" b="1" dirty="0">
                <a:latin typeface="Times New Roman"/>
                <a:cs typeface="Times New Roman"/>
              </a:rPr>
              <a:t>Electric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Fan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Controlled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relay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home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automation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3183" y="2404363"/>
            <a:ext cx="14860905" cy="537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515985" algn="l"/>
              </a:tabLst>
            </a:pPr>
            <a:r>
              <a:rPr sz="3350" b="1" spc="-30" dirty="0">
                <a:solidFill>
                  <a:srgbClr val="331C2C"/>
                </a:solidFill>
                <a:latin typeface="Times New Roman"/>
                <a:cs typeface="Times New Roman"/>
              </a:rPr>
              <a:t>HARDWARE</a:t>
            </a:r>
            <a:r>
              <a:rPr sz="3350" b="1" spc="-14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b="1" spc="-10" dirty="0">
                <a:solidFill>
                  <a:srgbClr val="331C2C"/>
                </a:solidFill>
                <a:latin typeface="Times New Roman"/>
                <a:cs typeface="Times New Roman"/>
              </a:rPr>
              <a:t>CONFIGURATION:</a:t>
            </a:r>
            <a:r>
              <a:rPr sz="3350" b="1" dirty="0">
                <a:solidFill>
                  <a:srgbClr val="331C2C"/>
                </a:solidFill>
                <a:latin typeface="Times New Roman"/>
                <a:cs typeface="Times New Roman"/>
              </a:rPr>
              <a:t>	</a:t>
            </a:r>
            <a:r>
              <a:rPr sz="3350" b="1" spc="-30" dirty="0">
                <a:solidFill>
                  <a:srgbClr val="331C2C"/>
                </a:solidFill>
                <a:latin typeface="Times New Roman"/>
                <a:cs typeface="Times New Roman"/>
              </a:rPr>
              <a:t>SOFTWARE</a:t>
            </a:r>
            <a:r>
              <a:rPr sz="3350" b="1" spc="-150" dirty="0">
                <a:solidFill>
                  <a:srgbClr val="331C2C"/>
                </a:solidFill>
                <a:latin typeface="Times New Roman"/>
                <a:cs typeface="Times New Roman"/>
              </a:rPr>
              <a:t> </a:t>
            </a:r>
            <a:r>
              <a:rPr sz="3350" b="1" spc="-10" dirty="0">
                <a:solidFill>
                  <a:srgbClr val="331C2C"/>
                </a:solidFill>
                <a:latin typeface="Times New Roman"/>
                <a:cs typeface="Times New Roman"/>
              </a:rPr>
              <a:t>CONFIGURATION: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86850" y="3097783"/>
            <a:ext cx="1478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Basic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Software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458704" y="3700017"/>
            <a:ext cx="68903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*</a:t>
            </a:r>
            <a:r>
              <a:rPr sz="1800" b="1" spc="-114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Arduino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IDE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–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programming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uploading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program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Arduino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458704" y="4301997"/>
            <a:ext cx="6574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*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C/C++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(Arduino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Language)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–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programming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microcontroller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458704" y="4903978"/>
            <a:ext cx="6220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*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Blynk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IoT</a:t>
            </a:r>
            <a:r>
              <a:rPr sz="1800" b="1" spc="-1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App –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10" dirty="0">
                <a:latin typeface="Times New Roman"/>
                <a:cs typeface="Times New Roman"/>
              </a:rPr>
              <a:t> cloud-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remote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monitoring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control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086850" y="5505653"/>
            <a:ext cx="31521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Basic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Communication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Libraries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458704" y="6108319"/>
            <a:ext cx="5507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*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ESP8266WiFi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Library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– </a:t>
            </a:r>
            <a:r>
              <a:rPr sz="1800" dirty="0">
                <a:latin typeface="Times New Roman"/>
                <a:cs typeface="Times New Roman"/>
              </a:rPr>
              <a:t>Supports</a:t>
            </a:r>
            <a:r>
              <a:rPr sz="1800" spc="-45" dirty="0">
                <a:latin typeface="Times New Roman"/>
                <a:cs typeface="Times New Roman"/>
              </a:rPr>
              <a:t> Wi-</a:t>
            </a:r>
            <a:r>
              <a:rPr sz="1800" dirty="0">
                <a:latin typeface="Times New Roman"/>
                <a:cs typeface="Times New Roman"/>
              </a:rPr>
              <a:t>Fi </a:t>
            </a:r>
            <a:r>
              <a:rPr sz="1800" spc="-10" dirty="0">
                <a:latin typeface="Times New Roman"/>
                <a:cs typeface="Times New Roman"/>
              </a:rPr>
              <a:t>communication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458704" y="6710298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*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Blynk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Library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–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communication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 Blynk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Cloud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400792" y="7312279"/>
            <a:ext cx="6055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* SoftwareSerial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Library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–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 </a:t>
            </a:r>
            <a:r>
              <a:rPr sz="1800" spc="-10" dirty="0">
                <a:latin typeface="Times New Roman"/>
                <a:cs typeface="Times New Roman"/>
              </a:rPr>
              <a:t>Bluetooth-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communication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-4" y="7045624"/>
            <a:ext cx="17656175" cy="3241675"/>
            <a:chOff x="-4" y="7045624"/>
            <a:chExt cx="17656175" cy="3241675"/>
          </a:xfrm>
        </p:grpSpPr>
        <p:sp>
          <p:nvSpPr>
            <p:cNvPr id="23" name="object 23"/>
            <p:cNvSpPr/>
            <p:nvPr/>
          </p:nvSpPr>
          <p:spPr>
            <a:xfrm>
              <a:off x="-4" y="7045624"/>
              <a:ext cx="2998470" cy="3241675"/>
            </a:xfrm>
            <a:custGeom>
              <a:avLst/>
              <a:gdLst/>
              <a:ahLst/>
              <a:cxnLst/>
              <a:rect l="l" t="t" r="r" b="b"/>
              <a:pathLst>
                <a:path w="2998470" h="3241675">
                  <a:moveTo>
                    <a:pt x="332853" y="7524"/>
                  </a:moveTo>
                  <a:lnTo>
                    <a:pt x="283654" y="0"/>
                  </a:lnTo>
                  <a:lnTo>
                    <a:pt x="241504" y="7252"/>
                  </a:lnTo>
                  <a:lnTo>
                    <a:pt x="205110" y="28239"/>
                  </a:lnTo>
                  <a:lnTo>
                    <a:pt x="173825" y="60098"/>
                  </a:lnTo>
                  <a:lnTo>
                    <a:pt x="147002" y="99966"/>
                  </a:lnTo>
                  <a:lnTo>
                    <a:pt x="123992" y="144981"/>
                  </a:lnTo>
                  <a:lnTo>
                    <a:pt x="104149" y="192281"/>
                  </a:lnTo>
                  <a:lnTo>
                    <a:pt x="86825" y="239002"/>
                  </a:lnTo>
                  <a:lnTo>
                    <a:pt x="71372" y="282283"/>
                  </a:lnTo>
                  <a:lnTo>
                    <a:pt x="57143" y="319262"/>
                  </a:lnTo>
                  <a:lnTo>
                    <a:pt x="38249" y="365127"/>
                  </a:lnTo>
                  <a:lnTo>
                    <a:pt x="19997" y="411263"/>
                  </a:lnTo>
                  <a:lnTo>
                    <a:pt x="2445" y="457672"/>
                  </a:lnTo>
                  <a:lnTo>
                    <a:pt x="0" y="464469"/>
                  </a:lnTo>
                  <a:lnTo>
                    <a:pt x="4" y="3241373"/>
                  </a:lnTo>
                  <a:lnTo>
                    <a:pt x="2998288" y="3241384"/>
                  </a:lnTo>
                  <a:lnTo>
                    <a:pt x="2994969" y="3239426"/>
                  </a:lnTo>
                  <a:lnTo>
                    <a:pt x="2948379" y="3217257"/>
                  </a:lnTo>
                  <a:lnTo>
                    <a:pt x="2900350" y="3198723"/>
                  </a:lnTo>
                  <a:lnTo>
                    <a:pt x="2851264" y="3182832"/>
                  </a:lnTo>
                  <a:lnTo>
                    <a:pt x="2801501" y="3168594"/>
                  </a:lnTo>
                  <a:lnTo>
                    <a:pt x="2701467" y="3141110"/>
                  </a:lnTo>
                  <a:lnTo>
                    <a:pt x="2651956" y="3125883"/>
                  </a:lnTo>
                  <a:lnTo>
                    <a:pt x="2603291" y="3108344"/>
                  </a:lnTo>
                  <a:lnTo>
                    <a:pt x="2557509" y="3088397"/>
                  </a:lnTo>
                  <a:lnTo>
                    <a:pt x="2513280" y="3065348"/>
                  </a:lnTo>
                  <a:lnTo>
                    <a:pt x="2470735" y="3039363"/>
                  </a:lnTo>
                  <a:lnTo>
                    <a:pt x="2430002" y="3010608"/>
                  </a:lnTo>
                  <a:lnTo>
                    <a:pt x="2391212" y="2979246"/>
                  </a:lnTo>
                  <a:lnTo>
                    <a:pt x="2354493" y="2945443"/>
                  </a:lnTo>
                  <a:lnTo>
                    <a:pt x="2319976" y="2909363"/>
                  </a:lnTo>
                  <a:lnTo>
                    <a:pt x="2287789" y="2871172"/>
                  </a:lnTo>
                  <a:lnTo>
                    <a:pt x="2258064" y="2831035"/>
                  </a:lnTo>
                  <a:lnTo>
                    <a:pt x="2230928" y="2789116"/>
                  </a:lnTo>
                  <a:lnTo>
                    <a:pt x="2206511" y="2745581"/>
                  </a:lnTo>
                  <a:lnTo>
                    <a:pt x="2184944" y="2700593"/>
                  </a:lnTo>
                  <a:lnTo>
                    <a:pt x="2166355" y="2654319"/>
                  </a:lnTo>
                  <a:lnTo>
                    <a:pt x="2150875" y="2606923"/>
                  </a:lnTo>
                  <a:lnTo>
                    <a:pt x="2138632" y="2558570"/>
                  </a:lnTo>
                  <a:lnTo>
                    <a:pt x="2129756" y="2509426"/>
                  </a:lnTo>
                  <a:lnTo>
                    <a:pt x="2124247" y="2462411"/>
                  </a:lnTo>
                  <a:lnTo>
                    <a:pt x="2120937" y="2414772"/>
                  </a:lnTo>
                  <a:lnTo>
                    <a:pt x="2119280" y="2366687"/>
                  </a:lnTo>
                  <a:lnTo>
                    <a:pt x="2118731" y="2318334"/>
                  </a:lnTo>
                  <a:lnTo>
                    <a:pt x="2118779" y="2221542"/>
                  </a:lnTo>
                  <a:lnTo>
                    <a:pt x="2118284" y="2173460"/>
                  </a:lnTo>
                  <a:lnTo>
                    <a:pt x="2116717" y="2125825"/>
                  </a:lnTo>
                  <a:lnTo>
                    <a:pt x="2113533" y="2078816"/>
                  </a:lnTo>
                  <a:lnTo>
                    <a:pt x="2108186" y="2032611"/>
                  </a:lnTo>
                  <a:lnTo>
                    <a:pt x="2100130" y="1987389"/>
                  </a:lnTo>
                  <a:lnTo>
                    <a:pt x="2088822" y="1943329"/>
                  </a:lnTo>
                  <a:lnTo>
                    <a:pt x="2073715" y="1900609"/>
                  </a:lnTo>
                  <a:lnTo>
                    <a:pt x="2054264" y="1859408"/>
                  </a:lnTo>
                  <a:lnTo>
                    <a:pt x="2029924" y="1819905"/>
                  </a:lnTo>
                  <a:lnTo>
                    <a:pt x="1999344" y="1781639"/>
                  </a:lnTo>
                  <a:lnTo>
                    <a:pt x="1964677" y="1747694"/>
                  </a:lnTo>
                  <a:lnTo>
                    <a:pt x="1926431" y="1717824"/>
                  </a:lnTo>
                  <a:lnTo>
                    <a:pt x="1885112" y="1691784"/>
                  </a:lnTo>
                  <a:lnTo>
                    <a:pt x="1207609" y="1555714"/>
                  </a:lnTo>
                  <a:lnTo>
                    <a:pt x="1159534" y="1544950"/>
                  </a:lnTo>
                  <a:lnTo>
                    <a:pt x="1112032" y="1531503"/>
                  </a:lnTo>
                  <a:lnTo>
                    <a:pt x="1066974" y="1515629"/>
                  </a:lnTo>
                  <a:lnTo>
                    <a:pt x="1023287" y="1497073"/>
                  </a:lnTo>
                  <a:lnTo>
                    <a:pt x="980993" y="1475958"/>
                  </a:lnTo>
                  <a:lnTo>
                    <a:pt x="940111" y="1452406"/>
                  </a:lnTo>
                  <a:lnTo>
                    <a:pt x="900664" y="1426542"/>
                  </a:lnTo>
                  <a:lnTo>
                    <a:pt x="862671" y="1398488"/>
                  </a:lnTo>
                  <a:lnTo>
                    <a:pt x="826155" y="1368367"/>
                  </a:lnTo>
                  <a:lnTo>
                    <a:pt x="791135" y="1336301"/>
                  </a:lnTo>
                  <a:lnTo>
                    <a:pt x="757634" y="1302414"/>
                  </a:lnTo>
                  <a:lnTo>
                    <a:pt x="725671" y="1266828"/>
                  </a:lnTo>
                  <a:lnTo>
                    <a:pt x="695268" y="1229667"/>
                  </a:lnTo>
                  <a:lnTo>
                    <a:pt x="666446" y="1191053"/>
                  </a:lnTo>
                  <a:lnTo>
                    <a:pt x="639226" y="1151109"/>
                  </a:lnTo>
                  <a:lnTo>
                    <a:pt x="613629" y="1109959"/>
                  </a:lnTo>
                  <a:lnTo>
                    <a:pt x="589676" y="1067725"/>
                  </a:lnTo>
                  <a:lnTo>
                    <a:pt x="567387" y="1024530"/>
                  </a:lnTo>
                  <a:lnTo>
                    <a:pt x="546785" y="980497"/>
                  </a:lnTo>
                  <a:lnTo>
                    <a:pt x="527889" y="935749"/>
                  </a:lnTo>
                  <a:lnTo>
                    <a:pt x="510720" y="890409"/>
                  </a:lnTo>
                  <a:lnTo>
                    <a:pt x="495301" y="844599"/>
                  </a:lnTo>
                  <a:lnTo>
                    <a:pt x="481651" y="798443"/>
                  </a:lnTo>
                  <a:lnTo>
                    <a:pt x="469397" y="750888"/>
                  </a:lnTo>
                  <a:lnTo>
                    <a:pt x="458626" y="703027"/>
                  </a:lnTo>
                  <a:lnTo>
                    <a:pt x="449263" y="654896"/>
                  </a:lnTo>
                  <a:lnTo>
                    <a:pt x="441231" y="606530"/>
                  </a:lnTo>
                  <a:lnTo>
                    <a:pt x="434455" y="557963"/>
                  </a:lnTo>
                  <a:lnTo>
                    <a:pt x="428859" y="509233"/>
                  </a:lnTo>
                  <a:lnTo>
                    <a:pt x="424366" y="460373"/>
                  </a:lnTo>
                  <a:lnTo>
                    <a:pt x="420902" y="411420"/>
                  </a:lnTo>
                  <a:lnTo>
                    <a:pt x="418389" y="362409"/>
                  </a:lnTo>
                  <a:lnTo>
                    <a:pt x="416753" y="313375"/>
                  </a:lnTo>
                  <a:lnTo>
                    <a:pt x="415917" y="264353"/>
                  </a:lnTo>
                  <a:lnTo>
                    <a:pt x="416201" y="223173"/>
                  </a:lnTo>
                  <a:lnTo>
                    <a:pt x="416208" y="179351"/>
                  </a:lnTo>
                  <a:lnTo>
                    <a:pt x="413675" y="135370"/>
                  </a:lnTo>
                  <a:lnTo>
                    <a:pt x="406337" y="93713"/>
                  </a:lnTo>
                  <a:lnTo>
                    <a:pt x="391931" y="56865"/>
                  </a:lnTo>
                  <a:lnTo>
                    <a:pt x="368191" y="27307"/>
                  </a:lnTo>
                  <a:lnTo>
                    <a:pt x="332853" y="7524"/>
                  </a:lnTo>
                  <a:close/>
                </a:path>
                <a:path w="2998470" h="3241675">
                  <a:moveTo>
                    <a:pt x="1650139" y="1610449"/>
                  </a:moveTo>
                  <a:lnTo>
                    <a:pt x="1601012" y="1602239"/>
                  </a:lnTo>
                  <a:lnTo>
                    <a:pt x="1551897" y="1595842"/>
                  </a:lnTo>
                  <a:lnTo>
                    <a:pt x="1502568" y="1590561"/>
                  </a:lnTo>
                  <a:lnTo>
                    <a:pt x="1354282" y="1576662"/>
                  </a:lnTo>
                  <a:lnTo>
                    <a:pt x="1305081" y="1571096"/>
                  </a:lnTo>
                  <a:lnTo>
                    <a:pt x="1256157" y="1564271"/>
                  </a:lnTo>
                  <a:lnTo>
                    <a:pt x="1207609" y="1555714"/>
                  </a:lnTo>
                  <a:lnTo>
                    <a:pt x="1874907" y="1686562"/>
                  </a:lnTo>
                  <a:lnTo>
                    <a:pt x="1841226" y="1669328"/>
                  </a:lnTo>
                  <a:lnTo>
                    <a:pt x="1795280" y="1650212"/>
                  </a:lnTo>
                  <a:lnTo>
                    <a:pt x="1748214" y="1634337"/>
                  </a:lnTo>
                  <a:lnTo>
                    <a:pt x="1748595" y="1634412"/>
                  </a:lnTo>
                  <a:lnTo>
                    <a:pt x="1699230" y="1621018"/>
                  </a:lnTo>
                  <a:lnTo>
                    <a:pt x="1650139" y="1610449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2925" y="9202369"/>
              <a:ext cx="17085945" cy="49530"/>
            </a:xfrm>
            <a:custGeom>
              <a:avLst/>
              <a:gdLst/>
              <a:ahLst/>
              <a:cxnLst/>
              <a:rect l="l" t="t" r="r" b="b"/>
              <a:pathLst>
                <a:path w="17085945" h="49529">
                  <a:moveTo>
                    <a:pt x="0" y="49403"/>
                  </a:moveTo>
                  <a:lnTo>
                    <a:pt x="5393385" y="0"/>
                  </a:lnTo>
                </a:path>
                <a:path w="17085945" h="49529">
                  <a:moveTo>
                    <a:pt x="14140002" y="0"/>
                  </a:moveTo>
                  <a:lnTo>
                    <a:pt x="17085640" y="0"/>
                  </a:lnTo>
                </a:path>
              </a:pathLst>
            </a:custGeom>
            <a:ln w="38100">
              <a:solidFill>
                <a:srgbClr val="A782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496664" y="8470392"/>
              <a:ext cx="1159510" cy="1159510"/>
            </a:xfrm>
            <a:custGeom>
              <a:avLst/>
              <a:gdLst/>
              <a:ahLst/>
              <a:cxnLst/>
              <a:rect l="l" t="t" r="r" b="b"/>
              <a:pathLst>
                <a:path w="1159509" h="1159509">
                  <a:moveTo>
                    <a:pt x="579500" y="0"/>
                  </a:moveTo>
                  <a:lnTo>
                    <a:pt x="531974" y="1921"/>
                  </a:lnTo>
                  <a:lnTo>
                    <a:pt x="485505" y="7585"/>
                  </a:lnTo>
                  <a:lnTo>
                    <a:pt x="440243" y="16842"/>
                  </a:lnTo>
                  <a:lnTo>
                    <a:pt x="396337" y="29544"/>
                  </a:lnTo>
                  <a:lnTo>
                    <a:pt x="353937" y="45542"/>
                  </a:lnTo>
                  <a:lnTo>
                    <a:pt x="313191" y="64686"/>
                  </a:lnTo>
                  <a:lnTo>
                    <a:pt x="274248" y="86828"/>
                  </a:lnTo>
                  <a:lnTo>
                    <a:pt x="237259" y="111817"/>
                  </a:lnTo>
                  <a:lnTo>
                    <a:pt x="202371" y="139506"/>
                  </a:lnTo>
                  <a:lnTo>
                    <a:pt x="169735" y="169745"/>
                  </a:lnTo>
                  <a:lnTo>
                    <a:pt x="139499" y="202384"/>
                  </a:lnTo>
                  <a:lnTo>
                    <a:pt x="111812" y="237275"/>
                  </a:lnTo>
                  <a:lnTo>
                    <a:pt x="86824" y="274269"/>
                  </a:lnTo>
                  <a:lnTo>
                    <a:pt x="64684" y="313217"/>
                  </a:lnTo>
                  <a:lnTo>
                    <a:pt x="45541" y="353969"/>
                  </a:lnTo>
                  <a:lnTo>
                    <a:pt x="29544" y="396376"/>
                  </a:lnTo>
                  <a:lnTo>
                    <a:pt x="16842" y="440290"/>
                  </a:lnTo>
                  <a:lnTo>
                    <a:pt x="7584" y="485560"/>
                  </a:lnTo>
                  <a:lnTo>
                    <a:pt x="1921" y="532039"/>
                  </a:lnTo>
                  <a:lnTo>
                    <a:pt x="0" y="579577"/>
                  </a:lnTo>
                  <a:lnTo>
                    <a:pt x="1921" y="627107"/>
                  </a:lnTo>
                  <a:lnTo>
                    <a:pt x="7584" y="673579"/>
                  </a:lnTo>
                  <a:lnTo>
                    <a:pt x="16842" y="718844"/>
                  </a:lnTo>
                  <a:lnTo>
                    <a:pt x="29544" y="762753"/>
                  </a:lnTo>
                  <a:lnTo>
                    <a:pt x="45541" y="805155"/>
                  </a:lnTo>
                  <a:lnTo>
                    <a:pt x="64684" y="845903"/>
                  </a:lnTo>
                  <a:lnTo>
                    <a:pt x="86824" y="884847"/>
                  </a:lnTo>
                  <a:lnTo>
                    <a:pt x="111812" y="921838"/>
                  </a:lnTo>
                  <a:lnTo>
                    <a:pt x="139499" y="956727"/>
                  </a:lnTo>
                  <a:lnTo>
                    <a:pt x="169735" y="989364"/>
                  </a:lnTo>
                  <a:lnTo>
                    <a:pt x="202371" y="1019601"/>
                  </a:lnTo>
                  <a:lnTo>
                    <a:pt x="237259" y="1047289"/>
                  </a:lnTo>
                  <a:lnTo>
                    <a:pt x="274248" y="1072277"/>
                  </a:lnTo>
                  <a:lnTo>
                    <a:pt x="313191" y="1094418"/>
                  </a:lnTo>
                  <a:lnTo>
                    <a:pt x="353937" y="1113561"/>
                  </a:lnTo>
                  <a:lnTo>
                    <a:pt x="396337" y="1129559"/>
                  </a:lnTo>
                  <a:lnTo>
                    <a:pt x="440243" y="1142261"/>
                  </a:lnTo>
                  <a:lnTo>
                    <a:pt x="485505" y="1151518"/>
                  </a:lnTo>
                  <a:lnTo>
                    <a:pt x="531974" y="1157182"/>
                  </a:lnTo>
                  <a:lnTo>
                    <a:pt x="579500" y="1159103"/>
                  </a:lnTo>
                  <a:lnTo>
                    <a:pt x="627027" y="1157182"/>
                  </a:lnTo>
                  <a:lnTo>
                    <a:pt x="673496" y="1151518"/>
                  </a:lnTo>
                  <a:lnTo>
                    <a:pt x="718758" y="1142261"/>
                  </a:lnTo>
                  <a:lnTo>
                    <a:pt x="762664" y="1129559"/>
                  </a:lnTo>
                  <a:lnTo>
                    <a:pt x="805064" y="1113561"/>
                  </a:lnTo>
                  <a:lnTo>
                    <a:pt x="845810" y="1094418"/>
                  </a:lnTo>
                  <a:lnTo>
                    <a:pt x="884753" y="1072277"/>
                  </a:lnTo>
                  <a:lnTo>
                    <a:pt x="921742" y="1047289"/>
                  </a:lnTo>
                  <a:lnTo>
                    <a:pt x="956630" y="1019601"/>
                  </a:lnTo>
                  <a:lnTo>
                    <a:pt x="989266" y="989364"/>
                  </a:lnTo>
                  <a:lnTo>
                    <a:pt x="1019502" y="956727"/>
                  </a:lnTo>
                  <a:lnTo>
                    <a:pt x="1047189" y="921838"/>
                  </a:lnTo>
                  <a:lnTo>
                    <a:pt x="1072177" y="884847"/>
                  </a:lnTo>
                  <a:lnTo>
                    <a:pt x="1094317" y="845903"/>
                  </a:lnTo>
                  <a:lnTo>
                    <a:pt x="1113460" y="805155"/>
                  </a:lnTo>
                  <a:lnTo>
                    <a:pt x="1129457" y="762753"/>
                  </a:lnTo>
                  <a:lnTo>
                    <a:pt x="1142159" y="718844"/>
                  </a:lnTo>
                  <a:lnTo>
                    <a:pt x="1151417" y="673579"/>
                  </a:lnTo>
                  <a:lnTo>
                    <a:pt x="1157080" y="627107"/>
                  </a:lnTo>
                  <a:lnTo>
                    <a:pt x="1159002" y="579577"/>
                  </a:lnTo>
                  <a:lnTo>
                    <a:pt x="1157080" y="532039"/>
                  </a:lnTo>
                  <a:lnTo>
                    <a:pt x="1151417" y="485560"/>
                  </a:lnTo>
                  <a:lnTo>
                    <a:pt x="1142159" y="440290"/>
                  </a:lnTo>
                  <a:lnTo>
                    <a:pt x="1129457" y="396376"/>
                  </a:lnTo>
                  <a:lnTo>
                    <a:pt x="1113460" y="353969"/>
                  </a:lnTo>
                  <a:lnTo>
                    <a:pt x="1094317" y="313217"/>
                  </a:lnTo>
                  <a:lnTo>
                    <a:pt x="1072177" y="274269"/>
                  </a:lnTo>
                  <a:lnTo>
                    <a:pt x="1047189" y="237275"/>
                  </a:lnTo>
                  <a:lnTo>
                    <a:pt x="1019502" y="202384"/>
                  </a:lnTo>
                  <a:lnTo>
                    <a:pt x="989266" y="169745"/>
                  </a:lnTo>
                  <a:lnTo>
                    <a:pt x="956630" y="139506"/>
                  </a:lnTo>
                  <a:lnTo>
                    <a:pt x="921742" y="111817"/>
                  </a:lnTo>
                  <a:lnTo>
                    <a:pt x="884753" y="86828"/>
                  </a:lnTo>
                  <a:lnTo>
                    <a:pt x="845810" y="64686"/>
                  </a:lnTo>
                  <a:lnTo>
                    <a:pt x="805064" y="45542"/>
                  </a:lnTo>
                  <a:lnTo>
                    <a:pt x="762664" y="29544"/>
                  </a:lnTo>
                  <a:lnTo>
                    <a:pt x="718758" y="16842"/>
                  </a:lnTo>
                  <a:lnTo>
                    <a:pt x="673496" y="7585"/>
                  </a:lnTo>
                  <a:lnTo>
                    <a:pt x="627027" y="1921"/>
                  </a:lnTo>
                  <a:lnTo>
                    <a:pt x="579500" y="0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757141" y="8569249"/>
            <a:ext cx="641350" cy="765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50" b="1" spc="-25" dirty="0">
                <a:solidFill>
                  <a:srgbClr val="331C2C"/>
                </a:solidFill>
                <a:latin typeface="Times New Roman"/>
                <a:cs typeface="Times New Roman"/>
              </a:rPr>
              <a:t>13</a:t>
            </a:r>
            <a:endParaRPr sz="4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18288000" y="9188132"/>
                  </a:moveTo>
                  <a:lnTo>
                    <a:pt x="0" y="9188132"/>
                  </a:ln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9188132"/>
                  </a:lnTo>
                  <a:close/>
                </a:path>
                <a:path w="18288000" h="10287000">
                  <a:moveTo>
                    <a:pt x="18288000" y="0"/>
                  </a:moveTo>
                  <a:lnTo>
                    <a:pt x="0" y="0"/>
                  </a:lnTo>
                  <a:lnTo>
                    <a:pt x="0" y="3029267"/>
                  </a:lnTo>
                  <a:lnTo>
                    <a:pt x="18288000" y="3029267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ECDF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029267"/>
              <a:ext cx="18288000" cy="615886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189722"/>
              <a:ext cx="18287999" cy="1097275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0" y="919261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>
                <a:moveTo>
                  <a:pt x="0" y="0"/>
                </a:moveTo>
                <a:lnTo>
                  <a:pt x="62736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627367" y="0"/>
            <a:ext cx="17667605" cy="10287000"/>
            <a:chOff x="627367" y="0"/>
            <a:chExt cx="17667605" cy="10287000"/>
          </a:xfrm>
        </p:grpSpPr>
        <p:sp>
          <p:nvSpPr>
            <p:cNvPr id="8" name="object 8"/>
            <p:cNvSpPr/>
            <p:nvPr/>
          </p:nvSpPr>
          <p:spPr>
            <a:xfrm>
              <a:off x="1564424" y="9192615"/>
              <a:ext cx="16723994" cy="0"/>
            </a:xfrm>
            <a:custGeom>
              <a:avLst/>
              <a:gdLst/>
              <a:ahLst/>
              <a:cxnLst/>
              <a:rect l="l" t="t" r="r" b="b"/>
              <a:pathLst>
                <a:path w="16723994">
                  <a:moveTo>
                    <a:pt x="0" y="0"/>
                  </a:moveTo>
                  <a:lnTo>
                    <a:pt x="16723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7367" y="0"/>
              <a:ext cx="937260" cy="10287000"/>
            </a:xfrm>
            <a:custGeom>
              <a:avLst/>
              <a:gdLst/>
              <a:ahLst/>
              <a:cxnLst/>
              <a:rect l="l" t="t" r="r" b="b"/>
              <a:pathLst>
                <a:path w="937260" h="10287000">
                  <a:moveTo>
                    <a:pt x="937056" y="0"/>
                  </a:moveTo>
                  <a:lnTo>
                    <a:pt x="0" y="0"/>
                  </a:lnTo>
                  <a:lnTo>
                    <a:pt x="0" y="10287000"/>
                  </a:lnTo>
                  <a:lnTo>
                    <a:pt x="937056" y="10287000"/>
                  </a:lnTo>
                  <a:lnTo>
                    <a:pt x="937056" y="0"/>
                  </a:lnTo>
                  <a:close/>
                </a:path>
              </a:pathLst>
            </a:custGeom>
            <a:solidFill>
              <a:srgbClr val="ECDF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949836" y="7871637"/>
              <a:ext cx="1338580" cy="2077085"/>
            </a:xfrm>
            <a:custGeom>
              <a:avLst/>
              <a:gdLst/>
              <a:ahLst/>
              <a:cxnLst/>
              <a:rect l="l" t="t" r="r" b="b"/>
              <a:pathLst>
                <a:path w="1338580" h="2077084">
                  <a:moveTo>
                    <a:pt x="1338164" y="2076901"/>
                  </a:moveTo>
                  <a:lnTo>
                    <a:pt x="1338164" y="376508"/>
                  </a:lnTo>
                  <a:lnTo>
                    <a:pt x="1263776" y="277335"/>
                  </a:lnTo>
                  <a:lnTo>
                    <a:pt x="1160036" y="158914"/>
                  </a:lnTo>
                  <a:lnTo>
                    <a:pt x="1081212" y="90898"/>
                  </a:lnTo>
                  <a:lnTo>
                    <a:pt x="1038356" y="62333"/>
                  </a:lnTo>
                  <a:lnTo>
                    <a:pt x="992962" y="38357"/>
                  </a:lnTo>
                  <a:lnTo>
                    <a:pt x="944847" y="19692"/>
                  </a:lnTo>
                  <a:lnTo>
                    <a:pt x="898483" y="7841"/>
                  </a:lnTo>
                  <a:lnTo>
                    <a:pt x="851460" y="1025"/>
                  </a:lnTo>
                  <a:lnTo>
                    <a:pt x="756070" y="0"/>
                  </a:lnTo>
                  <a:lnTo>
                    <a:pt x="659947" y="11616"/>
                  </a:lnTo>
                  <a:lnTo>
                    <a:pt x="422444" y="65556"/>
                  </a:lnTo>
                  <a:lnTo>
                    <a:pt x="282762" y="112297"/>
                  </a:lnTo>
                  <a:lnTo>
                    <a:pt x="197148" y="155390"/>
                  </a:lnTo>
                  <a:lnTo>
                    <a:pt x="158111" y="181678"/>
                  </a:lnTo>
                  <a:lnTo>
                    <a:pt x="122263" y="211643"/>
                  </a:lnTo>
                  <a:lnTo>
                    <a:pt x="90108" y="245673"/>
                  </a:lnTo>
                  <a:lnTo>
                    <a:pt x="62154" y="284156"/>
                  </a:lnTo>
                  <a:lnTo>
                    <a:pt x="39575" y="325970"/>
                  </a:lnTo>
                  <a:lnTo>
                    <a:pt x="22660" y="369905"/>
                  </a:lnTo>
                  <a:lnTo>
                    <a:pt x="10827" y="415573"/>
                  </a:lnTo>
                  <a:lnTo>
                    <a:pt x="3493" y="462589"/>
                  </a:lnTo>
                  <a:lnTo>
                    <a:pt x="0" y="559114"/>
                  </a:lnTo>
                  <a:lnTo>
                    <a:pt x="13965" y="704332"/>
                  </a:lnTo>
                  <a:lnTo>
                    <a:pt x="61396" y="949263"/>
                  </a:lnTo>
                  <a:lnTo>
                    <a:pt x="130452" y="1189002"/>
                  </a:lnTo>
                  <a:lnTo>
                    <a:pt x="220215" y="1418845"/>
                  </a:lnTo>
                  <a:lnTo>
                    <a:pt x="265991" y="1504373"/>
                  </a:lnTo>
                  <a:lnTo>
                    <a:pt x="322317" y="1581812"/>
                  </a:lnTo>
                  <a:lnTo>
                    <a:pt x="355358" y="1616136"/>
                  </a:lnTo>
                  <a:lnTo>
                    <a:pt x="392143" y="1646803"/>
                  </a:lnTo>
                  <a:lnTo>
                    <a:pt x="432595" y="1673313"/>
                  </a:lnTo>
                  <a:lnTo>
                    <a:pt x="475145" y="1695012"/>
                  </a:lnTo>
                  <a:lnTo>
                    <a:pt x="519508" y="1712597"/>
                  </a:lnTo>
                  <a:lnTo>
                    <a:pt x="612514" y="1738222"/>
                  </a:lnTo>
                  <a:lnTo>
                    <a:pt x="952779" y="1801027"/>
                  </a:lnTo>
                  <a:lnTo>
                    <a:pt x="1045199" y="1834428"/>
                  </a:lnTo>
                  <a:lnTo>
                    <a:pt x="1131002" y="1881186"/>
                  </a:lnTo>
                  <a:lnTo>
                    <a:pt x="1209272" y="1939488"/>
                  </a:lnTo>
                  <a:lnTo>
                    <a:pt x="1280162" y="2007669"/>
                  </a:lnTo>
                  <a:lnTo>
                    <a:pt x="1338164" y="2076901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962415" y="9835537"/>
              <a:ext cx="1177925" cy="451484"/>
            </a:xfrm>
            <a:custGeom>
              <a:avLst/>
              <a:gdLst/>
              <a:ahLst/>
              <a:cxnLst/>
              <a:rect l="l" t="t" r="r" b="b"/>
              <a:pathLst>
                <a:path w="1177925" h="451484">
                  <a:moveTo>
                    <a:pt x="1177605" y="451460"/>
                  </a:moveTo>
                  <a:lnTo>
                    <a:pt x="1124227" y="384704"/>
                  </a:lnTo>
                  <a:lnTo>
                    <a:pt x="1059090" y="315528"/>
                  </a:lnTo>
                  <a:lnTo>
                    <a:pt x="988486" y="251949"/>
                  </a:lnTo>
                  <a:lnTo>
                    <a:pt x="912945" y="194425"/>
                  </a:lnTo>
                  <a:lnTo>
                    <a:pt x="832997" y="143415"/>
                  </a:lnTo>
                  <a:lnTo>
                    <a:pt x="749174" y="99378"/>
                  </a:lnTo>
                  <a:lnTo>
                    <a:pt x="662006" y="62772"/>
                  </a:lnTo>
                  <a:lnTo>
                    <a:pt x="572024" y="34055"/>
                  </a:lnTo>
                  <a:lnTo>
                    <a:pt x="479757" y="13685"/>
                  </a:lnTo>
                  <a:lnTo>
                    <a:pt x="385738" y="2121"/>
                  </a:lnTo>
                  <a:lnTo>
                    <a:pt x="336221" y="0"/>
                  </a:lnTo>
                  <a:lnTo>
                    <a:pt x="286430" y="1563"/>
                  </a:lnTo>
                  <a:lnTo>
                    <a:pt x="237390" y="7835"/>
                  </a:lnTo>
                  <a:lnTo>
                    <a:pt x="190125" y="19840"/>
                  </a:lnTo>
                  <a:lnTo>
                    <a:pt x="145662" y="38603"/>
                  </a:lnTo>
                  <a:lnTo>
                    <a:pt x="105026" y="65147"/>
                  </a:lnTo>
                  <a:lnTo>
                    <a:pt x="69559" y="99871"/>
                  </a:lnTo>
                  <a:lnTo>
                    <a:pt x="41568" y="140653"/>
                  </a:lnTo>
                  <a:lnTo>
                    <a:pt x="20834" y="186042"/>
                  </a:lnTo>
                  <a:lnTo>
                    <a:pt x="7140" y="234589"/>
                  </a:lnTo>
                  <a:lnTo>
                    <a:pt x="268" y="284847"/>
                  </a:lnTo>
                  <a:lnTo>
                    <a:pt x="0" y="335364"/>
                  </a:lnTo>
                  <a:lnTo>
                    <a:pt x="5489" y="382766"/>
                  </a:lnTo>
                  <a:lnTo>
                    <a:pt x="15738" y="429216"/>
                  </a:lnTo>
                  <a:lnTo>
                    <a:pt x="22911" y="451457"/>
                  </a:lnTo>
                  <a:lnTo>
                    <a:pt x="1177605" y="45146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496665" y="8470392"/>
              <a:ext cx="1159510" cy="1159510"/>
            </a:xfrm>
            <a:custGeom>
              <a:avLst/>
              <a:gdLst/>
              <a:ahLst/>
              <a:cxnLst/>
              <a:rect l="l" t="t" r="r" b="b"/>
              <a:pathLst>
                <a:path w="1159509" h="1159509">
                  <a:moveTo>
                    <a:pt x="579500" y="0"/>
                  </a:moveTo>
                  <a:lnTo>
                    <a:pt x="531974" y="1921"/>
                  </a:lnTo>
                  <a:lnTo>
                    <a:pt x="485505" y="7585"/>
                  </a:lnTo>
                  <a:lnTo>
                    <a:pt x="440243" y="16842"/>
                  </a:lnTo>
                  <a:lnTo>
                    <a:pt x="396337" y="29544"/>
                  </a:lnTo>
                  <a:lnTo>
                    <a:pt x="353937" y="45542"/>
                  </a:lnTo>
                  <a:lnTo>
                    <a:pt x="313191" y="64686"/>
                  </a:lnTo>
                  <a:lnTo>
                    <a:pt x="274248" y="86828"/>
                  </a:lnTo>
                  <a:lnTo>
                    <a:pt x="237259" y="111817"/>
                  </a:lnTo>
                  <a:lnTo>
                    <a:pt x="202371" y="139506"/>
                  </a:lnTo>
                  <a:lnTo>
                    <a:pt x="169735" y="169745"/>
                  </a:lnTo>
                  <a:lnTo>
                    <a:pt x="139499" y="202384"/>
                  </a:lnTo>
                  <a:lnTo>
                    <a:pt x="111812" y="237275"/>
                  </a:lnTo>
                  <a:lnTo>
                    <a:pt x="86824" y="274269"/>
                  </a:lnTo>
                  <a:lnTo>
                    <a:pt x="64684" y="313217"/>
                  </a:lnTo>
                  <a:lnTo>
                    <a:pt x="45541" y="353969"/>
                  </a:lnTo>
                  <a:lnTo>
                    <a:pt x="29544" y="396376"/>
                  </a:lnTo>
                  <a:lnTo>
                    <a:pt x="16842" y="440290"/>
                  </a:lnTo>
                  <a:lnTo>
                    <a:pt x="7584" y="485560"/>
                  </a:lnTo>
                  <a:lnTo>
                    <a:pt x="1921" y="532039"/>
                  </a:lnTo>
                  <a:lnTo>
                    <a:pt x="0" y="579577"/>
                  </a:lnTo>
                  <a:lnTo>
                    <a:pt x="1921" y="627107"/>
                  </a:lnTo>
                  <a:lnTo>
                    <a:pt x="7584" y="673579"/>
                  </a:lnTo>
                  <a:lnTo>
                    <a:pt x="16842" y="718844"/>
                  </a:lnTo>
                  <a:lnTo>
                    <a:pt x="29544" y="762753"/>
                  </a:lnTo>
                  <a:lnTo>
                    <a:pt x="45541" y="805155"/>
                  </a:lnTo>
                  <a:lnTo>
                    <a:pt x="64684" y="845903"/>
                  </a:lnTo>
                  <a:lnTo>
                    <a:pt x="86824" y="884847"/>
                  </a:lnTo>
                  <a:lnTo>
                    <a:pt x="111812" y="921838"/>
                  </a:lnTo>
                  <a:lnTo>
                    <a:pt x="139499" y="956727"/>
                  </a:lnTo>
                  <a:lnTo>
                    <a:pt x="169735" y="989364"/>
                  </a:lnTo>
                  <a:lnTo>
                    <a:pt x="202371" y="1019601"/>
                  </a:lnTo>
                  <a:lnTo>
                    <a:pt x="237259" y="1047289"/>
                  </a:lnTo>
                  <a:lnTo>
                    <a:pt x="274248" y="1072277"/>
                  </a:lnTo>
                  <a:lnTo>
                    <a:pt x="313191" y="1094418"/>
                  </a:lnTo>
                  <a:lnTo>
                    <a:pt x="353937" y="1113561"/>
                  </a:lnTo>
                  <a:lnTo>
                    <a:pt x="396337" y="1129559"/>
                  </a:lnTo>
                  <a:lnTo>
                    <a:pt x="440243" y="1142261"/>
                  </a:lnTo>
                  <a:lnTo>
                    <a:pt x="485505" y="1151518"/>
                  </a:lnTo>
                  <a:lnTo>
                    <a:pt x="531974" y="1157182"/>
                  </a:lnTo>
                  <a:lnTo>
                    <a:pt x="579500" y="1159103"/>
                  </a:lnTo>
                  <a:lnTo>
                    <a:pt x="627027" y="1157182"/>
                  </a:lnTo>
                  <a:lnTo>
                    <a:pt x="673496" y="1151518"/>
                  </a:lnTo>
                  <a:lnTo>
                    <a:pt x="718758" y="1142261"/>
                  </a:lnTo>
                  <a:lnTo>
                    <a:pt x="762664" y="1129559"/>
                  </a:lnTo>
                  <a:lnTo>
                    <a:pt x="805064" y="1113561"/>
                  </a:lnTo>
                  <a:lnTo>
                    <a:pt x="845810" y="1094418"/>
                  </a:lnTo>
                  <a:lnTo>
                    <a:pt x="884753" y="1072277"/>
                  </a:lnTo>
                  <a:lnTo>
                    <a:pt x="921742" y="1047289"/>
                  </a:lnTo>
                  <a:lnTo>
                    <a:pt x="956630" y="1019601"/>
                  </a:lnTo>
                  <a:lnTo>
                    <a:pt x="989266" y="989364"/>
                  </a:lnTo>
                  <a:lnTo>
                    <a:pt x="1019502" y="956727"/>
                  </a:lnTo>
                  <a:lnTo>
                    <a:pt x="1047189" y="921838"/>
                  </a:lnTo>
                  <a:lnTo>
                    <a:pt x="1072177" y="884847"/>
                  </a:lnTo>
                  <a:lnTo>
                    <a:pt x="1094317" y="845903"/>
                  </a:lnTo>
                  <a:lnTo>
                    <a:pt x="1113460" y="805155"/>
                  </a:lnTo>
                  <a:lnTo>
                    <a:pt x="1129457" y="762753"/>
                  </a:lnTo>
                  <a:lnTo>
                    <a:pt x="1142159" y="718844"/>
                  </a:lnTo>
                  <a:lnTo>
                    <a:pt x="1151417" y="673579"/>
                  </a:lnTo>
                  <a:lnTo>
                    <a:pt x="1157080" y="627107"/>
                  </a:lnTo>
                  <a:lnTo>
                    <a:pt x="1159002" y="579577"/>
                  </a:lnTo>
                  <a:lnTo>
                    <a:pt x="1157080" y="532039"/>
                  </a:lnTo>
                  <a:lnTo>
                    <a:pt x="1151417" y="485560"/>
                  </a:lnTo>
                  <a:lnTo>
                    <a:pt x="1142159" y="440290"/>
                  </a:lnTo>
                  <a:lnTo>
                    <a:pt x="1129457" y="396376"/>
                  </a:lnTo>
                  <a:lnTo>
                    <a:pt x="1113460" y="353969"/>
                  </a:lnTo>
                  <a:lnTo>
                    <a:pt x="1094317" y="313217"/>
                  </a:lnTo>
                  <a:lnTo>
                    <a:pt x="1072177" y="274269"/>
                  </a:lnTo>
                  <a:lnTo>
                    <a:pt x="1047189" y="237275"/>
                  </a:lnTo>
                  <a:lnTo>
                    <a:pt x="1019502" y="202384"/>
                  </a:lnTo>
                  <a:lnTo>
                    <a:pt x="989266" y="169745"/>
                  </a:lnTo>
                  <a:lnTo>
                    <a:pt x="956630" y="139506"/>
                  </a:lnTo>
                  <a:lnTo>
                    <a:pt x="921742" y="111817"/>
                  </a:lnTo>
                  <a:lnTo>
                    <a:pt x="884753" y="86828"/>
                  </a:lnTo>
                  <a:lnTo>
                    <a:pt x="845810" y="64686"/>
                  </a:lnTo>
                  <a:lnTo>
                    <a:pt x="805064" y="45542"/>
                  </a:lnTo>
                  <a:lnTo>
                    <a:pt x="762664" y="29544"/>
                  </a:lnTo>
                  <a:lnTo>
                    <a:pt x="718758" y="16842"/>
                  </a:lnTo>
                  <a:lnTo>
                    <a:pt x="673496" y="7585"/>
                  </a:lnTo>
                  <a:lnTo>
                    <a:pt x="627027" y="1921"/>
                  </a:lnTo>
                  <a:lnTo>
                    <a:pt x="579500" y="0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6757141" y="8569249"/>
            <a:ext cx="641350" cy="765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50" b="1" spc="-25" dirty="0">
                <a:solidFill>
                  <a:srgbClr val="331C2C"/>
                </a:solidFill>
                <a:latin typeface="Times New Roman"/>
                <a:cs typeface="Times New Roman"/>
              </a:rPr>
              <a:t>14</a:t>
            </a:r>
            <a:endParaRPr sz="4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4636091" y="-1"/>
            <a:ext cx="3652520" cy="3553460"/>
          </a:xfrm>
          <a:custGeom>
            <a:avLst/>
            <a:gdLst/>
            <a:ahLst/>
            <a:cxnLst/>
            <a:rect l="l" t="t" r="r" b="b"/>
            <a:pathLst>
              <a:path w="3652519" h="3553460">
                <a:moveTo>
                  <a:pt x="3644823" y="3553300"/>
                </a:moveTo>
                <a:lnTo>
                  <a:pt x="3651903" y="3553230"/>
                </a:lnTo>
                <a:lnTo>
                  <a:pt x="3651907" y="0"/>
                </a:lnTo>
                <a:lnTo>
                  <a:pt x="0" y="0"/>
                </a:lnTo>
                <a:lnTo>
                  <a:pt x="6839" y="52723"/>
                </a:lnTo>
                <a:lnTo>
                  <a:pt x="14443" y="101394"/>
                </a:lnTo>
                <a:lnTo>
                  <a:pt x="23393" y="149749"/>
                </a:lnTo>
                <a:lnTo>
                  <a:pt x="33857" y="197731"/>
                </a:lnTo>
                <a:lnTo>
                  <a:pt x="45998" y="245287"/>
                </a:lnTo>
                <a:lnTo>
                  <a:pt x="59985" y="292359"/>
                </a:lnTo>
                <a:lnTo>
                  <a:pt x="75981" y="338892"/>
                </a:lnTo>
                <a:lnTo>
                  <a:pt x="94298" y="384880"/>
                </a:lnTo>
                <a:lnTo>
                  <a:pt x="115114" y="430039"/>
                </a:lnTo>
                <a:lnTo>
                  <a:pt x="138390" y="474093"/>
                </a:lnTo>
                <a:lnTo>
                  <a:pt x="164089" y="516766"/>
                </a:lnTo>
                <a:lnTo>
                  <a:pt x="192169" y="557781"/>
                </a:lnTo>
                <a:lnTo>
                  <a:pt x="222594" y="596863"/>
                </a:lnTo>
                <a:lnTo>
                  <a:pt x="255324" y="633734"/>
                </a:lnTo>
                <a:lnTo>
                  <a:pt x="290319" y="668118"/>
                </a:lnTo>
                <a:lnTo>
                  <a:pt x="327542" y="699740"/>
                </a:lnTo>
                <a:lnTo>
                  <a:pt x="366954" y="728322"/>
                </a:lnTo>
                <a:lnTo>
                  <a:pt x="408514" y="753588"/>
                </a:lnTo>
                <a:lnTo>
                  <a:pt x="452186" y="775263"/>
                </a:lnTo>
                <a:lnTo>
                  <a:pt x="497929" y="793069"/>
                </a:lnTo>
                <a:lnTo>
                  <a:pt x="547467" y="807442"/>
                </a:lnTo>
                <a:lnTo>
                  <a:pt x="597838" y="817997"/>
                </a:lnTo>
                <a:lnTo>
                  <a:pt x="648828" y="825773"/>
                </a:lnTo>
                <a:lnTo>
                  <a:pt x="700219" y="831811"/>
                </a:lnTo>
                <a:lnTo>
                  <a:pt x="803344" y="842824"/>
                </a:lnTo>
                <a:lnTo>
                  <a:pt x="854645" y="849877"/>
                </a:lnTo>
                <a:lnTo>
                  <a:pt x="905485" y="859348"/>
                </a:lnTo>
                <a:lnTo>
                  <a:pt x="953868" y="871659"/>
                </a:lnTo>
                <a:lnTo>
                  <a:pt x="1001217" y="887280"/>
                </a:lnTo>
                <a:lnTo>
                  <a:pt x="1047378" y="906069"/>
                </a:lnTo>
                <a:lnTo>
                  <a:pt x="1092196" y="927883"/>
                </a:lnTo>
                <a:lnTo>
                  <a:pt x="1135518" y="952582"/>
                </a:lnTo>
                <a:lnTo>
                  <a:pt x="1177189" y="980023"/>
                </a:lnTo>
                <a:lnTo>
                  <a:pt x="1217054" y="1010065"/>
                </a:lnTo>
                <a:lnTo>
                  <a:pt x="1254959" y="1042565"/>
                </a:lnTo>
                <a:lnTo>
                  <a:pt x="1290750" y="1077381"/>
                </a:lnTo>
                <a:lnTo>
                  <a:pt x="1324272" y="1114373"/>
                </a:lnTo>
                <a:lnTo>
                  <a:pt x="1355371" y="1153397"/>
                </a:lnTo>
                <a:lnTo>
                  <a:pt x="1383893" y="1194312"/>
                </a:lnTo>
                <a:lnTo>
                  <a:pt x="1409683" y="1236976"/>
                </a:lnTo>
                <a:lnTo>
                  <a:pt x="1432587" y="1281248"/>
                </a:lnTo>
                <a:lnTo>
                  <a:pt x="1452451" y="1326985"/>
                </a:lnTo>
                <a:lnTo>
                  <a:pt x="1469120" y="1374045"/>
                </a:lnTo>
                <a:lnTo>
                  <a:pt x="1482124" y="1419546"/>
                </a:lnTo>
                <a:lnTo>
                  <a:pt x="1493060" y="1466017"/>
                </a:lnTo>
                <a:lnTo>
                  <a:pt x="1502436" y="1513194"/>
                </a:lnTo>
                <a:lnTo>
                  <a:pt x="1510761" y="1560813"/>
                </a:lnTo>
                <a:lnTo>
                  <a:pt x="1526296" y="1656322"/>
                </a:lnTo>
                <a:lnTo>
                  <a:pt x="1534524" y="1703683"/>
                </a:lnTo>
                <a:lnTo>
                  <a:pt x="1543739" y="1750431"/>
                </a:lnTo>
                <a:lnTo>
                  <a:pt x="1554449" y="1796300"/>
                </a:lnTo>
                <a:lnTo>
                  <a:pt x="1567163" y="1841028"/>
                </a:lnTo>
                <a:lnTo>
                  <a:pt x="1582391" y="1884350"/>
                </a:lnTo>
                <a:lnTo>
                  <a:pt x="1600642" y="1926002"/>
                </a:lnTo>
                <a:lnTo>
                  <a:pt x="1622425" y="1965720"/>
                </a:lnTo>
                <a:lnTo>
                  <a:pt x="1648249" y="2003240"/>
                </a:lnTo>
                <a:lnTo>
                  <a:pt x="1678623" y="2038298"/>
                </a:lnTo>
                <a:lnTo>
                  <a:pt x="1714956" y="2071130"/>
                </a:lnTo>
                <a:lnTo>
                  <a:pt x="1754625" y="2099042"/>
                </a:lnTo>
                <a:lnTo>
                  <a:pt x="1797169" y="2122356"/>
                </a:lnTo>
                <a:lnTo>
                  <a:pt x="1842129" y="2141397"/>
                </a:lnTo>
                <a:lnTo>
                  <a:pt x="2532500" y="2166583"/>
                </a:lnTo>
                <a:lnTo>
                  <a:pt x="2581666" y="2169465"/>
                </a:lnTo>
                <a:lnTo>
                  <a:pt x="2630700" y="2175085"/>
                </a:lnTo>
                <a:lnTo>
                  <a:pt x="2677712" y="2183494"/>
                </a:lnTo>
                <a:lnTo>
                  <a:pt x="2723803" y="2194769"/>
                </a:lnTo>
                <a:lnTo>
                  <a:pt x="2768933" y="2208794"/>
                </a:lnTo>
                <a:lnTo>
                  <a:pt x="2813060" y="2225450"/>
                </a:lnTo>
                <a:lnTo>
                  <a:pt x="2856146" y="2244618"/>
                </a:lnTo>
                <a:lnTo>
                  <a:pt x="2898148" y="2266182"/>
                </a:lnTo>
                <a:lnTo>
                  <a:pt x="2939026" y="2290023"/>
                </a:lnTo>
                <a:lnTo>
                  <a:pt x="2978740" y="2316024"/>
                </a:lnTo>
                <a:lnTo>
                  <a:pt x="3017250" y="2344065"/>
                </a:lnTo>
                <a:lnTo>
                  <a:pt x="3054515" y="2374031"/>
                </a:lnTo>
                <a:lnTo>
                  <a:pt x="3090495" y="2405802"/>
                </a:lnTo>
                <a:lnTo>
                  <a:pt x="3125149" y="2439261"/>
                </a:lnTo>
                <a:lnTo>
                  <a:pt x="3158436" y="2474290"/>
                </a:lnTo>
                <a:lnTo>
                  <a:pt x="3190316" y="2510770"/>
                </a:lnTo>
                <a:lnTo>
                  <a:pt x="3220749" y="2548585"/>
                </a:lnTo>
                <a:lnTo>
                  <a:pt x="3249694" y="2587616"/>
                </a:lnTo>
                <a:lnTo>
                  <a:pt x="3277111" y="2627745"/>
                </a:lnTo>
                <a:lnTo>
                  <a:pt x="3302958" y="2668854"/>
                </a:lnTo>
                <a:lnTo>
                  <a:pt x="3327197" y="2710826"/>
                </a:lnTo>
                <a:lnTo>
                  <a:pt x="3349785" y="2753542"/>
                </a:lnTo>
                <a:lnTo>
                  <a:pt x="3370684" y="2796885"/>
                </a:lnTo>
                <a:lnTo>
                  <a:pt x="3390430" y="2841833"/>
                </a:lnTo>
                <a:lnTo>
                  <a:pt x="3408762" y="2887321"/>
                </a:lnTo>
                <a:lnTo>
                  <a:pt x="3425749" y="2933303"/>
                </a:lnTo>
                <a:lnTo>
                  <a:pt x="3441460" y="2979732"/>
                </a:lnTo>
                <a:lnTo>
                  <a:pt x="3455964" y="3026559"/>
                </a:lnTo>
                <a:lnTo>
                  <a:pt x="3469330" y="3073739"/>
                </a:lnTo>
                <a:lnTo>
                  <a:pt x="3481629" y="3121223"/>
                </a:lnTo>
                <a:lnTo>
                  <a:pt x="3492928" y="3168966"/>
                </a:lnTo>
                <a:lnTo>
                  <a:pt x="3503297" y="3216919"/>
                </a:lnTo>
                <a:lnTo>
                  <a:pt x="3512805" y="3265036"/>
                </a:lnTo>
                <a:lnTo>
                  <a:pt x="3521522" y="3313269"/>
                </a:lnTo>
                <a:lnTo>
                  <a:pt x="3527871" y="3353945"/>
                </a:lnTo>
                <a:lnTo>
                  <a:pt x="3534918" y="3397184"/>
                </a:lnTo>
                <a:lnTo>
                  <a:pt x="3544498" y="3440171"/>
                </a:lnTo>
                <a:lnTo>
                  <a:pt x="3558444" y="3480090"/>
                </a:lnTo>
                <a:lnTo>
                  <a:pt x="3578591" y="3514129"/>
                </a:lnTo>
                <a:lnTo>
                  <a:pt x="3606772" y="3539470"/>
                </a:lnTo>
                <a:lnTo>
                  <a:pt x="3644823" y="3553300"/>
                </a:lnTo>
                <a:close/>
              </a:path>
              <a:path w="3652519" h="3553460">
                <a:moveTo>
                  <a:pt x="2087062" y="2183820"/>
                </a:moveTo>
                <a:lnTo>
                  <a:pt x="2136855" y="2184012"/>
                </a:lnTo>
                <a:lnTo>
                  <a:pt x="2186345" y="2182416"/>
                </a:lnTo>
                <a:lnTo>
                  <a:pt x="2235866" y="2179686"/>
                </a:lnTo>
                <a:lnTo>
                  <a:pt x="2384411" y="2169527"/>
                </a:lnTo>
                <a:lnTo>
                  <a:pt x="2433852" y="2167098"/>
                </a:lnTo>
                <a:lnTo>
                  <a:pt x="2483222" y="2165956"/>
                </a:lnTo>
                <a:lnTo>
                  <a:pt x="2532500" y="2166583"/>
                </a:lnTo>
                <a:lnTo>
                  <a:pt x="1853039" y="2144906"/>
                </a:lnTo>
                <a:lnTo>
                  <a:pt x="1889045" y="2156488"/>
                </a:lnTo>
                <a:lnTo>
                  <a:pt x="1937456" y="2167953"/>
                </a:lnTo>
                <a:lnTo>
                  <a:pt x="1986450" y="2176039"/>
                </a:lnTo>
                <a:lnTo>
                  <a:pt x="1986061" y="2176027"/>
                </a:lnTo>
                <a:lnTo>
                  <a:pt x="2036925" y="2181295"/>
                </a:lnTo>
                <a:lnTo>
                  <a:pt x="2087062" y="2183820"/>
                </a:lnTo>
                <a:close/>
              </a:path>
            </a:pathLst>
          </a:custGeom>
          <a:solidFill>
            <a:srgbClr val="CEB3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375275" y="-157784"/>
            <a:ext cx="7602220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Times New Roman"/>
                <a:cs typeface="Times New Roman"/>
              </a:rPr>
              <a:t>SYSTEM</a:t>
            </a:r>
            <a:r>
              <a:rPr spc="-31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OUTPUT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0" y="0"/>
            <a:ext cx="15702280" cy="10287000"/>
            <a:chOff x="0" y="0"/>
            <a:chExt cx="15702280" cy="10287000"/>
          </a:xfrm>
        </p:grpSpPr>
        <p:sp>
          <p:nvSpPr>
            <p:cNvPr id="17" name="object 17"/>
            <p:cNvSpPr/>
            <p:nvPr/>
          </p:nvSpPr>
          <p:spPr>
            <a:xfrm>
              <a:off x="0" y="415999"/>
              <a:ext cx="1144270" cy="1892935"/>
            </a:xfrm>
            <a:custGeom>
              <a:avLst/>
              <a:gdLst/>
              <a:ahLst/>
              <a:cxnLst/>
              <a:rect l="l" t="t" r="r" b="b"/>
              <a:pathLst>
                <a:path w="1144270" h="1892935">
                  <a:moveTo>
                    <a:pt x="0" y="0"/>
                  </a:moveTo>
                  <a:lnTo>
                    <a:pt x="0" y="1658009"/>
                  </a:lnTo>
                  <a:lnTo>
                    <a:pt x="61612" y="1731358"/>
                  </a:lnTo>
                  <a:lnTo>
                    <a:pt x="131601" y="1796917"/>
                  </a:lnTo>
                  <a:lnTo>
                    <a:pt x="169970" y="1824817"/>
                  </a:lnTo>
                  <a:lnTo>
                    <a:pt x="210847" y="1848588"/>
                  </a:lnTo>
                  <a:lnTo>
                    <a:pt x="254428" y="1867574"/>
                  </a:lnTo>
                  <a:lnTo>
                    <a:pt x="301991" y="1881468"/>
                  </a:lnTo>
                  <a:lnTo>
                    <a:pt x="350535" y="1889618"/>
                  </a:lnTo>
                  <a:lnTo>
                    <a:pt x="399818" y="1892835"/>
                  </a:lnTo>
                  <a:lnTo>
                    <a:pt x="499635" y="1887710"/>
                  </a:lnTo>
                  <a:lnTo>
                    <a:pt x="697135" y="1853659"/>
                  </a:lnTo>
                  <a:lnTo>
                    <a:pt x="841835" y="1816157"/>
                  </a:lnTo>
                  <a:lnTo>
                    <a:pt x="932213" y="1778964"/>
                  </a:lnTo>
                  <a:lnTo>
                    <a:pt x="973774" y="1755212"/>
                  </a:lnTo>
                  <a:lnTo>
                    <a:pt x="1012115" y="1727355"/>
                  </a:lnTo>
                  <a:lnTo>
                    <a:pt x="1046636" y="1694895"/>
                  </a:lnTo>
                  <a:lnTo>
                    <a:pt x="1076737" y="1657332"/>
                  </a:lnTo>
                  <a:lnTo>
                    <a:pt x="1101510" y="1614832"/>
                  </a:lnTo>
                  <a:lnTo>
                    <a:pt x="1119869" y="1569653"/>
                  </a:lnTo>
                  <a:lnTo>
                    <a:pt x="1132556" y="1522332"/>
                  </a:lnTo>
                  <a:lnTo>
                    <a:pt x="1140313" y="1473407"/>
                  </a:lnTo>
                  <a:lnTo>
                    <a:pt x="1143881" y="1423417"/>
                  </a:lnTo>
                  <a:lnTo>
                    <a:pt x="1141418" y="1322392"/>
                  </a:lnTo>
                  <a:lnTo>
                    <a:pt x="1124436" y="1173604"/>
                  </a:lnTo>
                  <a:lnTo>
                    <a:pt x="1088144" y="977766"/>
                  </a:lnTo>
                  <a:lnTo>
                    <a:pt x="1036853" y="785295"/>
                  </a:lnTo>
                  <a:lnTo>
                    <a:pt x="968834" y="595314"/>
                  </a:lnTo>
                  <a:lnTo>
                    <a:pt x="922140" y="504796"/>
                  </a:lnTo>
                  <a:lnTo>
                    <a:pt x="893754" y="463171"/>
                  </a:lnTo>
                  <a:lnTo>
                    <a:pt x="861293" y="424940"/>
                  </a:lnTo>
                  <a:lnTo>
                    <a:pt x="824220" y="390829"/>
                  </a:lnTo>
                  <a:lnTo>
                    <a:pt x="784868" y="362957"/>
                  </a:lnTo>
                  <a:lnTo>
                    <a:pt x="743065" y="340127"/>
                  </a:lnTo>
                  <a:lnTo>
                    <a:pt x="699181" y="321536"/>
                  </a:lnTo>
                  <a:lnTo>
                    <a:pt x="606652" y="293858"/>
                  </a:lnTo>
                  <a:lnTo>
                    <a:pt x="364827" y="242598"/>
                  </a:lnTo>
                  <a:lnTo>
                    <a:pt x="271669" y="212391"/>
                  </a:lnTo>
                  <a:lnTo>
                    <a:pt x="227542" y="192260"/>
                  </a:lnTo>
                  <a:lnTo>
                    <a:pt x="185567" y="168767"/>
                  </a:lnTo>
                  <a:lnTo>
                    <a:pt x="107947" y="112621"/>
                  </a:lnTo>
                  <a:lnTo>
                    <a:pt x="38563" y="45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5205" y="0"/>
              <a:ext cx="1123315" cy="517525"/>
            </a:xfrm>
            <a:custGeom>
              <a:avLst/>
              <a:gdLst/>
              <a:ahLst/>
              <a:cxnLst/>
              <a:rect l="l" t="t" r="r" b="b"/>
              <a:pathLst>
                <a:path w="1123315" h="517525">
                  <a:moveTo>
                    <a:pt x="1059869" y="0"/>
                  </a:moveTo>
                  <a:lnTo>
                    <a:pt x="0" y="0"/>
                  </a:lnTo>
                  <a:lnTo>
                    <a:pt x="27343" y="45451"/>
                  </a:lnTo>
                  <a:lnTo>
                    <a:pt x="81706" y="122376"/>
                  </a:lnTo>
                  <a:lnTo>
                    <a:pt x="142780" y="194155"/>
                  </a:lnTo>
                  <a:lnTo>
                    <a:pt x="209975" y="260238"/>
                  </a:lnTo>
                  <a:lnTo>
                    <a:pt x="282704" y="320072"/>
                  </a:lnTo>
                  <a:lnTo>
                    <a:pt x="360377" y="373106"/>
                  </a:lnTo>
                  <a:lnTo>
                    <a:pt x="442407" y="418787"/>
                  </a:lnTo>
                  <a:lnTo>
                    <a:pt x="528205" y="456564"/>
                  </a:lnTo>
                  <a:lnTo>
                    <a:pt x="572333" y="472317"/>
                  </a:lnTo>
                  <a:lnTo>
                    <a:pt x="617182" y="485886"/>
                  </a:lnTo>
                  <a:lnTo>
                    <a:pt x="662679" y="497203"/>
                  </a:lnTo>
                  <a:lnTo>
                    <a:pt x="708751" y="506200"/>
                  </a:lnTo>
                  <a:lnTo>
                    <a:pt x="755323" y="512806"/>
                  </a:lnTo>
                  <a:lnTo>
                    <a:pt x="809989" y="517007"/>
                  </a:lnTo>
                  <a:lnTo>
                    <a:pt x="864958" y="516057"/>
                  </a:lnTo>
                  <a:lnTo>
                    <a:pt x="918666" y="508260"/>
                  </a:lnTo>
                  <a:lnTo>
                    <a:pt x="969548" y="491921"/>
                  </a:lnTo>
                  <a:lnTo>
                    <a:pt x="1016039" y="465345"/>
                  </a:lnTo>
                  <a:lnTo>
                    <a:pt x="1049985" y="434719"/>
                  </a:lnTo>
                  <a:lnTo>
                    <a:pt x="1077278" y="398237"/>
                  </a:lnTo>
                  <a:lnTo>
                    <a:pt x="1098065" y="357243"/>
                  </a:lnTo>
                  <a:lnTo>
                    <a:pt x="1112492" y="313076"/>
                  </a:lnTo>
                  <a:lnTo>
                    <a:pt x="1120705" y="267080"/>
                  </a:lnTo>
                  <a:lnTo>
                    <a:pt x="1122849" y="220597"/>
                  </a:lnTo>
                  <a:lnTo>
                    <a:pt x="1118741" y="170556"/>
                  </a:lnTo>
                  <a:lnTo>
                    <a:pt x="1108932" y="121459"/>
                  </a:lnTo>
                  <a:lnTo>
                    <a:pt x="1093952" y="73579"/>
                  </a:lnTo>
                  <a:lnTo>
                    <a:pt x="1074330" y="27190"/>
                  </a:lnTo>
                  <a:lnTo>
                    <a:pt x="1059869" y="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6893224"/>
              <a:ext cx="3025775" cy="3394075"/>
            </a:xfrm>
            <a:custGeom>
              <a:avLst/>
              <a:gdLst/>
              <a:ahLst/>
              <a:cxnLst/>
              <a:rect l="l" t="t" r="r" b="b"/>
              <a:pathLst>
                <a:path w="3025775" h="3394075">
                  <a:moveTo>
                    <a:pt x="180449" y="7524"/>
                  </a:moveTo>
                  <a:lnTo>
                    <a:pt x="131250" y="0"/>
                  </a:lnTo>
                  <a:lnTo>
                    <a:pt x="89100" y="7252"/>
                  </a:lnTo>
                  <a:lnTo>
                    <a:pt x="52706" y="28239"/>
                  </a:lnTo>
                  <a:lnTo>
                    <a:pt x="21421" y="60098"/>
                  </a:lnTo>
                  <a:lnTo>
                    <a:pt x="5" y="91929"/>
                  </a:lnTo>
                  <a:lnTo>
                    <a:pt x="0" y="3393773"/>
                  </a:lnTo>
                  <a:lnTo>
                    <a:pt x="3025318" y="3393779"/>
                  </a:lnTo>
                  <a:lnTo>
                    <a:pt x="2995744" y="3359010"/>
                  </a:lnTo>
                  <a:lnTo>
                    <a:pt x="2961439" y="3324444"/>
                  </a:lnTo>
                  <a:lnTo>
                    <a:pt x="2924479" y="3292806"/>
                  </a:lnTo>
                  <a:lnTo>
                    <a:pt x="2884856" y="3264373"/>
                  </a:lnTo>
                  <a:lnTo>
                    <a:pt x="2842565" y="3239426"/>
                  </a:lnTo>
                  <a:lnTo>
                    <a:pt x="2795974" y="3217257"/>
                  </a:lnTo>
                  <a:lnTo>
                    <a:pt x="2747946" y="3198723"/>
                  </a:lnTo>
                  <a:lnTo>
                    <a:pt x="2698860" y="3182832"/>
                  </a:lnTo>
                  <a:lnTo>
                    <a:pt x="2649097" y="3168594"/>
                  </a:lnTo>
                  <a:lnTo>
                    <a:pt x="2549062" y="3141110"/>
                  </a:lnTo>
                  <a:lnTo>
                    <a:pt x="2499552" y="3125883"/>
                  </a:lnTo>
                  <a:lnTo>
                    <a:pt x="2450886" y="3108344"/>
                  </a:lnTo>
                  <a:lnTo>
                    <a:pt x="2405104" y="3088397"/>
                  </a:lnTo>
                  <a:lnTo>
                    <a:pt x="2360875" y="3065348"/>
                  </a:lnTo>
                  <a:lnTo>
                    <a:pt x="2318330" y="3039363"/>
                  </a:lnTo>
                  <a:lnTo>
                    <a:pt x="2277597" y="3010608"/>
                  </a:lnTo>
                  <a:lnTo>
                    <a:pt x="2238807" y="2979246"/>
                  </a:lnTo>
                  <a:lnTo>
                    <a:pt x="2202088" y="2945443"/>
                  </a:lnTo>
                  <a:lnTo>
                    <a:pt x="2167571" y="2909363"/>
                  </a:lnTo>
                  <a:lnTo>
                    <a:pt x="2135385" y="2871172"/>
                  </a:lnTo>
                  <a:lnTo>
                    <a:pt x="2105659" y="2831035"/>
                  </a:lnTo>
                  <a:lnTo>
                    <a:pt x="2078523" y="2789116"/>
                  </a:lnTo>
                  <a:lnTo>
                    <a:pt x="2054107" y="2745581"/>
                  </a:lnTo>
                  <a:lnTo>
                    <a:pt x="2032540" y="2700593"/>
                  </a:lnTo>
                  <a:lnTo>
                    <a:pt x="2013951" y="2654319"/>
                  </a:lnTo>
                  <a:lnTo>
                    <a:pt x="1998470" y="2606923"/>
                  </a:lnTo>
                  <a:lnTo>
                    <a:pt x="1986227" y="2558570"/>
                  </a:lnTo>
                  <a:lnTo>
                    <a:pt x="1977352" y="2509426"/>
                  </a:lnTo>
                  <a:lnTo>
                    <a:pt x="1971843" y="2462411"/>
                  </a:lnTo>
                  <a:lnTo>
                    <a:pt x="1968532" y="2414772"/>
                  </a:lnTo>
                  <a:lnTo>
                    <a:pt x="1966875" y="2366687"/>
                  </a:lnTo>
                  <a:lnTo>
                    <a:pt x="1966327" y="2318334"/>
                  </a:lnTo>
                  <a:lnTo>
                    <a:pt x="1966374" y="2221542"/>
                  </a:lnTo>
                  <a:lnTo>
                    <a:pt x="1965880" y="2173460"/>
                  </a:lnTo>
                  <a:lnTo>
                    <a:pt x="1964313" y="2125825"/>
                  </a:lnTo>
                  <a:lnTo>
                    <a:pt x="1961128" y="2078816"/>
                  </a:lnTo>
                  <a:lnTo>
                    <a:pt x="1955781" y="2032611"/>
                  </a:lnTo>
                  <a:lnTo>
                    <a:pt x="1947726" y="1987389"/>
                  </a:lnTo>
                  <a:lnTo>
                    <a:pt x="1936417" y="1943329"/>
                  </a:lnTo>
                  <a:lnTo>
                    <a:pt x="1921310" y="1900609"/>
                  </a:lnTo>
                  <a:lnTo>
                    <a:pt x="1901859" y="1859408"/>
                  </a:lnTo>
                  <a:lnTo>
                    <a:pt x="1877520" y="1819905"/>
                  </a:lnTo>
                  <a:lnTo>
                    <a:pt x="1846939" y="1781639"/>
                  </a:lnTo>
                  <a:lnTo>
                    <a:pt x="1812273" y="1747694"/>
                  </a:lnTo>
                  <a:lnTo>
                    <a:pt x="1774027" y="1717824"/>
                  </a:lnTo>
                  <a:lnTo>
                    <a:pt x="1732708" y="1691784"/>
                  </a:lnTo>
                  <a:lnTo>
                    <a:pt x="1055204" y="1555714"/>
                  </a:lnTo>
                  <a:lnTo>
                    <a:pt x="1007130" y="1544950"/>
                  </a:lnTo>
                  <a:lnTo>
                    <a:pt x="959627" y="1531503"/>
                  </a:lnTo>
                  <a:lnTo>
                    <a:pt x="914569" y="1515629"/>
                  </a:lnTo>
                  <a:lnTo>
                    <a:pt x="870883" y="1497073"/>
                  </a:lnTo>
                  <a:lnTo>
                    <a:pt x="828588" y="1475958"/>
                  </a:lnTo>
                  <a:lnTo>
                    <a:pt x="787707" y="1452406"/>
                  </a:lnTo>
                  <a:lnTo>
                    <a:pt x="748259" y="1426542"/>
                  </a:lnTo>
                  <a:lnTo>
                    <a:pt x="710267" y="1398488"/>
                  </a:lnTo>
                  <a:lnTo>
                    <a:pt x="673750" y="1368367"/>
                  </a:lnTo>
                  <a:lnTo>
                    <a:pt x="638731" y="1336301"/>
                  </a:lnTo>
                  <a:lnTo>
                    <a:pt x="605229" y="1302414"/>
                  </a:lnTo>
                  <a:lnTo>
                    <a:pt x="573266" y="1266828"/>
                  </a:lnTo>
                  <a:lnTo>
                    <a:pt x="542864" y="1229667"/>
                  </a:lnTo>
                  <a:lnTo>
                    <a:pt x="514042" y="1191053"/>
                  </a:lnTo>
                  <a:lnTo>
                    <a:pt x="486822" y="1151109"/>
                  </a:lnTo>
                  <a:lnTo>
                    <a:pt x="461225" y="1109959"/>
                  </a:lnTo>
                  <a:lnTo>
                    <a:pt x="437271" y="1067725"/>
                  </a:lnTo>
                  <a:lnTo>
                    <a:pt x="414983" y="1024530"/>
                  </a:lnTo>
                  <a:lnTo>
                    <a:pt x="394380" y="980497"/>
                  </a:lnTo>
                  <a:lnTo>
                    <a:pt x="375484" y="935749"/>
                  </a:lnTo>
                  <a:lnTo>
                    <a:pt x="358316" y="890409"/>
                  </a:lnTo>
                  <a:lnTo>
                    <a:pt x="342896" y="844599"/>
                  </a:lnTo>
                  <a:lnTo>
                    <a:pt x="329246" y="798443"/>
                  </a:lnTo>
                  <a:lnTo>
                    <a:pt x="316992" y="750888"/>
                  </a:lnTo>
                  <a:lnTo>
                    <a:pt x="306222" y="703027"/>
                  </a:lnTo>
                  <a:lnTo>
                    <a:pt x="296858" y="654896"/>
                  </a:lnTo>
                  <a:lnTo>
                    <a:pt x="288827" y="606530"/>
                  </a:lnTo>
                  <a:lnTo>
                    <a:pt x="282051" y="557963"/>
                  </a:lnTo>
                  <a:lnTo>
                    <a:pt x="276454" y="509233"/>
                  </a:lnTo>
                  <a:lnTo>
                    <a:pt x="271962" y="460373"/>
                  </a:lnTo>
                  <a:lnTo>
                    <a:pt x="268497" y="411420"/>
                  </a:lnTo>
                  <a:lnTo>
                    <a:pt x="265984" y="362409"/>
                  </a:lnTo>
                  <a:lnTo>
                    <a:pt x="264348" y="313375"/>
                  </a:lnTo>
                  <a:lnTo>
                    <a:pt x="263512" y="264353"/>
                  </a:lnTo>
                  <a:lnTo>
                    <a:pt x="263796" y="223173"/>
                  </a:lnTo>
                  <a:lnTo>
                    <a:pt x="263804" y="179351"/>
                  </a:lnTo>
                  <a:lnTo>
                    <a:pt x="261271" y="135370"/>
                  </a:lnTo>
                  <a:lnTo>
                    <a:pt x="253933" y="93713"/>
                  </a:lnTo>
                  <a:lnTo>
                    <a:pt x="239526" y="56865"/>
                  </a:lnTo>
                  <a:lnTo>
                    <a:pt x="215786" y="27307"/>
                  </a:lnTo>
                  <a:lnTo>
                    <a:pt x="180449" y="7524"/>
                  </a:lnTo>
                  <a:close/>
                </a:path>
                <a:path w="3025775" h="3394075">
                  <a:moveTo>
                    <a:pt x="1497734" y="1610449"/>
                  </a:moveTo>
                  <a:lnTo>
                    <a:pt x="1448607" y="1602239"/>
                  </a:lnTo>
                  <a:lnTo>
                    <a:pt x="1399492" y="1595842"/>
                  </a:lnTo>
                  <a:lnTo>
                    <a:pt x="1350163" y="1590561"/>
                  </a:lnTo>
                  <a:lnTo>
                    <a:pt x="1201877" y="1576662"/>
                  </a:lnTo>
                  <a:lnTo>
                    <a:pt x="1152676" y="1571096"/>
                  </a:lnTo>
                  <a:lnTo>
                    <a:pt x="1103752" y="1564271"/>
                  </a:lnTo>
                  <a:lnTo>
                    <a:pt x="1055204" y="1555714"/>
                  </a:lnTo>
                  <a:lnTo>
                    <a:pt x="1722503" y="1686562"/>
                  </a:lnTo>
                  <a:lnTo>
                    <a:pt x="1688822" y="1669328"/>
                  </a:lnTo>
                  <a:lnTo>
                    <a:pt x="1642875" y="1650212"/>
                  </a:lnTo>
                  <a:lnTo>
                    <a:pt x="1595809" y="1634337"/>
                  </a:lnTo>
                  <a:lnTo>
                    <a:pt x="1596191" y="1634412"/>
                  </a:lnTo>
                  <a:lnTo>
                    <a:pt x="1546825" y="1621018"/>
                  </a:lnTo>
                  <a:lnTo>
                    <a:pt x="1497734" y="1610449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6706" y="834770"/>
              <a:ext cx="12585319" cy="7467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14282928" y="7871637"/>
            <a:ext cx="4005579" cy="2415540"/>
            <a:chOff x="14282928" y="7871637"/>
            <a:chExt cx="4005579" cy="2415540"/>
          </a:xfrm>
        </p:grpSpPr>
        <p:sp>
          <p:nvSpPr>
            <p:cNvPr id="6" name="object 6"/>
            <p:cNvSpPr/>
            <p:nvPr/>
          </p:nvSpPr>
          <p:spPr>
            <a:xfrm>
              <a:off x="16949835" y="7871637"/>
              <a:ext cx="1338580" cy="2077085"/>
            </a:xfrm>
            <a:custGeom>
              <a:avLst/>
              <a:gdLst/>
              <a:ahLst/>
              <a:cxnLst/>
              <a:rect l="l" t="t" r="r" b="b"/>
              <a:pathLst>
                <a:path w="1338580" h="2077084">
                  <a:moveTo>
                    <a:pt x="1338164" y="2076901"/>
                  </a:moveTo>
                  <a:lnTo>
                    <a:pt x="1338164" y="376508"/>
                  </a:lnTo>
                  <a:lnTo>
                    <a:pt x="1263776" y="277335"/>
                  </a:lnTo>
                  <a:lnTo>
                    <a:pt x="1160036" y="158914"/>
                  </a:lnTo>
                  <a:lnTo>
                    <a:pt x="1081212" y="90898"/>
                  </a:lnTo>
                  <a:lnTo>
                    <a:pt x="1038356" y="62333"/>
                  </a:lnTo>
                  <a:lnTo>
                    <a:pt x="992962" y="38357"/>
                  </a:lnTo>
                  <a:lnTo>
                    <a:pt x="944847" y="19692"/>
                  </a:lnTo>
                  <a:lnTo>
                    <a:pt x="898483" y="7841"/>
                  </a:lnTo>
                  <a:lnTo>
                    <a:pt x="851460" y="1025"/>
                  </a:lnTo>
                  <a:lnTo>
                    <a:pt x="756070" y="0"/>
                  </a:lnTo>
                  <a:lnTo>
                    <a:pt x="659947" y="11616"/>
                  </a:lnTo>
                  <a:lnTo>
                    <a:pt x="422444" y="65556"/>
                  </a:lnTo>
                  <a:lnTo>
                    <a:pt x="282762" y="112297"/>
                  </a:lnTo>
                  <a:lnTo>
                    <a:pt x="197148" y="155390"/>
                  </a:lnTo>
                  <a:lnTo>
                    <a:pt x="158111" y="181678"/>
                  </a:lnTo>
                  <a:lnTo>
                    <a:pt x="122263" y="211643"/>
                  </a:lnTo>
                  <a:lnTo>
                    <a:pt x="90108" y="245673"/>
                  </a:lnTo>
                  <a:lnTo>
                    <a:pt x="62154" y="284156"/>
                  </a:lnTo>
                  <a:lnTo>
                    <a:pt x="39575" y="325970"/>
                  </a:lnTo>
                  <a:lnTo>
                    <a:pt x="22660" y="369905"/>
                  </a:lnTo>
                  <a:lnTo>
                    <a:pt x="10827" y="415573"/>
                  </a:lnTo>
                  <a:lnTo>
                    <a:pt x="3493" y="462589"/>
                  </a:lnTo>
                  <a:lnTo>
                    <a:pt x="0" y="559114"/>
                  </a:lnTo>
                  <a:lnTo>
                    <a:pt x="13965" y="704332"/>
                  </a:lnTo>
                  <a:lnTo>
                    <a:pt x="61396" y="949263"/>
                  </a:lnTo>
                  <a:lnTo>
                    <a:pt x="130452" y="1189002"/>
                  </a:lnTo>
                  <a:lnTo>
                    <a:pt x="220215" y="1418845"/>
                  </a:lnTo>
                  <a:lnTo>
                    <a:pt x="265991" y="1504373"/>
                  </a:lnTo>
                  <a:lnTo>
                    <a:pt x="322317" y="1581812"/>
                  </a:lnTo>
                  <a:lnTo>
                    <a:pt x="355358" y="1616136"/>
                  </a:lnTo>
                  <a:lnTo>
                    <a:pt x="392143" y="1646803"/>
                  </a:lnTo>
                  <a:lnTo>
                    <a:pt x="432595" y="1673313"/>
                  </a:lnTo>
                  <a:lnTo>
                    <a:pt x="475145" y="1695012"/>
                  </a:lnTo>
                  <a:lnTo>
                    <a:pt x="519508" y="1712597"/>
                  </a:lnTo>
                  <a:lnTo>
                    <a:pt x="612514" y="1738222"/>
                  </a:lnTo>
                  <a:lnTo>
                    <a:pt x="952779" y="1801027"/>
                  </a:lnTo>
                  <a:lnTo>
                    <a:pt x="1045199" y="1834428"/>
                  </a:lnTo>
                  <a:lnTo>
                    <a:pt x="1131002" y="1881186"/>
                  </a:lnTo>
                  <a:lnTo>
                    <a:pt x="1209272" y="1939488"/>
                  </a:lnTo>
                  <a:lnTo>
                    <a:pt x="1280162" y="2007669"/>
                  </a:lnTo>
                  <a:lnTo>
                    <a:pt x="1338164" y="2076901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962415" y="9835537"/>
              <a:ext cx="1177925" cy="451484"/>
            </a:xfrm>
            <a:custGeom>
              <a:avLst/>
              <a:gdLst/>
              <a:ahLst/>
              <a:cxnLst/>
              <a:rect l="l" t="t" r="r" b="b"/>
              <a:pathLst>
                <a:path w="1177925" h="451484">
                  <a:moveTo>
                    <a:pt x="1177605" y="451460"/>
                  </a:moveTo>
                  <a:lnTo>
                    <a:pt x="1124227" y="384704"/>
                  </a:lnTo>
                  <a:lnTo>
                    <a:pt x="1059090" y="315528"/>
                  </a:lnTo>
                  <a:lnTo>
                    <a:pt x="988486" y="251949"/>
                  </a:lnTo>
                  <a:lnTo>
                    <a:pt x="912945" y="194425"/>
                  </a:lnTo>
                  <a:lnTo>
                    <a:pt x="832997" y="143415"/>
                  </a:lnTo>
                  <a:lnTo>
                    <a:pt x="749174" y="99378"/>
                  </a:lnTo>
                  <a:lnTo>
                    <a:pt x="662006" y="62772"/>
                  </a:lnTo>
                  <a:lnTo>
                    <a:pt x="572024" y="34055"/>
                  </a:lnTo>
                  <a:lnTo>
                    <a:pt x="479757" y="13685"/>
                  </a:lnTo>
                  <a:lnTo>
                    <a:pt x="385738" y="2121"/>
                  </a:lnTo>
                  <a:lnTo>
                    <a:pt x="336221" y="0"/>
                  </a:lnTo>
                  <a:lnTo>
                    <a:pt x="286430" y="1563"/>
                  </a:lnTo>
                  <a:lnTo>
                    <a:pt x="237390" y="7835"/>
                  </a:lnTo>
                  <a:lnTo>
                    <a:pt x="190125" y="19840"/>
                  </a:lnTo>
                  <a:lnTo>
                    <a:pt x="145662" y="38603"/>
                  </a:lnTo>
                  <a:lnTo>
                    <a:pt x="105026" y="65147"/>
                  </a:lnTo>
                  <a:lnTo>
                    <a:pt x="69559" y="99871"/>
                  </a:lnTo>
                  <a:lnTo>
                    <a:pt x="41568" y="140653"/>
                  </a:lnTo>
                  <a:lnTo>
                    <a:pt x="20834" y="186042"/>
                  </a:lnTo>
                  <a:lnTo>
                    <a:pt x="7140" y="234589"/>
                  </a:lnTo>
                  <a:lnTo>
                    <a:pt x="268" y="284847"/>
                  </a:lnTo>
                  <a:lnTo>
                    <a:pt x="0" y="335364"/>
                  </a:lnTo>
                  <a:lnTo>
                    <a:pt x="5489" y="382766"/>
                  </a:lnTo>
                  <a:lnTo>
                    <a:pt x="15738" y="429216"/>
                  </a:lnTo>
                  <a:lnTo>
                    <a:pt x="22911" y="451457"/>
                  </a:lnTo>
                  <a:lnTo>
                    <a:pt x="1177605" y="45146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282928" y="9202369"/>
              <a:ext cx="2945765" cy="0"/>
            </a:xfrm>
            <a:custGeom>
              <a:avLst/>
              <a:gdLst/>
              <a:ahLst/>
              <a:cxnLst/>
              <a:rect l="l" t="t" r="r" b="b"/>
              <a:pathLst>
                <a:path w="2945765">
                  <a:moveTo>
                    <a:pt x="0" y="0"/>
                  </a:moveTo>
                  <a:lnTo>
                    <a:pt x="2945637" y="0"/>
                  </a:lnTo>
                </a:path>
              </a:pathLst>
            </a:custGeom>
            <a:ln w="38100">
              <a:solidFill>
                <a:srgbClr val="A782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96665" y="8470391"/>
              <a:ext cx="1159510" cy="1159510"/>
            </a:xfrm>
            <a:custGeom>
              <a:avLst/>
              <a:gdLst/>
              <a:ahLst/>
              <a:cxnLst/>
              <a:rect l="l" t="t" r="r" b="b"/>
              <a:pathLst>
                <a:path w="1159509" h="1159509">
                  <a:moveTo>
                    <a:pt x="579500" y="0"/>
                  </a:moveTo>
                  <a:lnTo>
                    <a:pt x="531974" y="1921"/>
                  </a:lnTo>
                  <a:lnTo>
                    <a:pt x="485505" y="7585"/>
                  </a:lnTo>
                  <a:lnTo>
                    <a:pt x="440243" y="16842"/>
                  </a:lnTo>
                  <a:lnTo>
                    <a:pt x="396337" y="29544"/>
                  </a:lnTo>
                  <a:lnTo>
                    <a:pt x="353937" y="45542"/>
                  </a:lnTo>
                  <a:lnTo>
                    <a:pt x="313191" y="64686"/>
                  </a:lnTo>
                  <a:lnTo>
                    <a:pt x="274248" y="86828"/>
                  </a:lnTo>
                  <a:lnTo>
                    <a:pt x="237259" y="111817"/>
                  </a:lnTo>
                  <a:lnTo>
                    <a:pt x="202371" y="139506"/>
                  </a:lnTo>
                  <a:lnTo>
                    <a:pt x="169735" y="169745"/>
                  </a:lnTo>
                  <a:lnTo>
                    <a:pt x="139499" y="202384"/>
                  </a:lnTo>
                  <a:lnTo>
                    <a:pt x="111812" y="237275"/>
                  </a:lnTo>
                  <a:lnTo>
                    <a:pt x="86824" y="274269"/>
                  </a:lnTo>
                  <a:lnTo>
                    <a:pt x="64684" y="313217"/>
                  </a:lnTo>
                  <a:lnTo>
                    <a:pt x="45541" y="353969"/>
                  </a:lnTo>
                  <a:lnTo>
                    <a:pt x="29544" y="396376"/>
                  </a:lnTo>
                  <a:lnTo>
                    <a:pt x="16842" y="440290"/>
                  </a:lnTo>
                  <a:lnTo>
                    <a:pt x="7584" y="485560"/>
                  </a:lnTo>
                  <a:lnTo>
                    <a:pt x="1921" y="532039"/>
                  </a:lnTo>
                  <a:lnTo>
                    <a:pt x="0" y="579577"/>
                  </a:lnTo>
                  <a:lnTo>
                    <a:pt x="1921" y="627107"/>
                  </a:lnTo>
                  <a:lnTo>
                    <a:pt x="7584" y="673579"/>
                  </a:lnTo>
                  <a:lnTo>
                    <a:pt x="16842" y="718844"/>
                  </a:lnTo>
                  <a:lnTo>
                    <a:pt x="29544" y="762753"/>
                  </a:lnTo>
                  <a:lnTo>
                    <a:pt x="45541" y="805155"/>
                  </a:lnTo>
                  <a:lnTo>
                    <a:pt x="64684" y="845903"/>
                  </a:lnTo>
                  <a:lnTo>
                    <a:pt x="86824" y="884847"/>
                  </a:lnTo>
                  <a:lnTo>
                    <a:pt x="111812" y="921838"/>
                  </a:lnTo>
                  <a:lnTo>
                    <a:pt x="139499" y="956727"/>
                  </a:lnTo>
                  <a:lnTo>
                    <a:pt x="169735" y="989364"/>
                  </a:lnTo>
                  <a:lnTo>
                    <a:pt x="202371" y="1019601"/>
                  </a:lnTo>
                  <a:lnTo>
                    <a:pt x="237259" y="1047289"/>
                  </a:lnTo>
                  <a:lnTo>
                    <a:pt x="274248" y="1072277"/>
                  </a:lnTo>
                  <a:lnTo>
                    <a:pt x="313191" y="1094418"/>
                  </a:lnTo>
                  <a:lnTo>
                    <a:pt x="353937" y="1113561"/>
                  </a:lnTo>
                  <a:lnTo>
                    <a:pt x="396337" y="1129559"/>
                  </a:lnTo>
                  <a:lnTo>
                    <a:pt x="440243" y="1142261"/>
                  </a:lnTo>
                  <a:lnTo>
                    <a:pt x="485505" y="1151518"/>
                  </a:lnTo>
                  <a:lnTo>
                    <a:pt x="531974" y="1157182"/>
                  </a:lnTo>
                  <a:lnTo>
                    <a:pt x="579500" y="1159103"/>
                  </a:lnTo>
                  <a:lnTo>
                    <a:pt x="627027" y="1157182"/>
                  </a:lnTo>
                  <a:lnTo>
                    <a:pt x="673496" y="1151518"/>
                  </a:lnTo>
                  <a:lnTo>
                    <a:pt x="718758" y="1142261"/>
                  </a:lnTo>
                  <a:lnTo>
                    <a:pt x="762664" y="1129559"/>
                  </a:lnTo>
                  <a:lnTo>
                    <a:pt x="805064" y="1113561"/>
                  </a:lnTo>
                  <a:lnTo>
                    <a:pt x="845810" y="1094418"/>
                  </a:lnTo>
                  <a:lnTo>
                    <a:pt x="884753" y="1072277"/>
                  </a:lnTo>
                  <a:lnTo>
                    <a:pt x="921742" y="1047289"/>
                  </a:lnTo>
                  <a:lnTo>
                    <a:pt x="956630" y="1019601"/>
                  </a:lnTo>
                  <a:lnTo>
                    <a:pt x="989266" y="989364"/>
                  </a:lnTo>
                  <a:lnTo>
                    <a:pt x="1019502" y="956727"/>
                  </a:lnTo>
                  <a:lnTo>
                    <a:pt x="1047189" y="921838"/>
                  </a:lnTo>
                  <a:lnTo>
                    <a:pt x="1072177" y="884847"/>
                  </a:lnTo>
                  <a:lnTo>
                    <a:pt x="1094317" y="845903"/>
                  </a:lnTo>
                  <a:lnTo>
                    <a:pt x="1113460" y="805155"/>
                  </a:lnTo>
                  <a:lnTo>
                    <a:pt x="1129457" y="762753"/>
                  </a:lnTo>
                  <a:lnTo>
                    <a:pt x="1142159" y="718844"/>
                  </a:lnTo>
                  <a:lnTo>
                    <a:pt x="1151417" y="673579"/>
                  </a:lnTo>
                  <a:lnTo>
                    <a:pt x="1157080" y="627107"/>
                  </a:lnTo>
                  <a:lnTo>
                    <a:pt x="1159002" y="579577"/>
                  </a:lnTo>
                  <a:lnTo>
                    <a:pt x="1157080" y="532039"/>
                  </a:lnTo>
                  <a:lnTo>
                    <a:pt x="1151417" y="485560"/>
                  </a:lnTo>
                  <a:lnTo>
                    <a:pt x="1142159" y="440290"/>
                  </a:lnTo>
                  <a:lnTo>
                    <a:pt x="1129457" y="396376"/>
                  </a:lnTo>
                  <a:lnTo>
                    <a:pt x="1113460" y="353969"/>
                  </a:lnTo>
                  <a:lnTo>
                    <a:pt x="1094317" y="313217"/>
                  </a:lnTo>
                  <a:lnTo>
                    <a:pt x="1072177" y="274269"/>
                  </a:lnTo>
                  <a:lnTo>
                    <a:pt x="1047189" y="237275"/>
                  </a:lnTo>
                  <a:lnTo>
                    <a:pt x="1019502" y="202384"/>
                  </a:lnTo>
                  <a:lnTo>
                    <a:pt x="989266" y="169745"/>
                  </a:lnTo>
                  <a:lnTo>
                    <a:pt x="956630" y="139506"/>
                  </a:lnTo>
                  <a:lnTo>
                    <a:pt x="921742" y="111817"/>
                  </a:lnTo>
                  <a:lnTo>
                    <a:pt x="884753" y="86828"/>
                  </a:lnTo>
                  <a:lnTo>
                    <a:pt x="845810" y="64686"/>
                  </a:lnTo>
                  <a:lnTo>
                    <a:pt x="805064" y="45542"/>
                  </a:lnTo>
                  <a:lnTo>
                    <a:pt x="762664" y="29544"/>
                  </a:lnTo>
                  <a:lnTo>
                    <a:pt x="718758" y="16842"/>
                  </a:lnTo>
                  <a:lnTo>
                    <a:pt x="673496" y="7585"/>
                  </a:lnTo>
                  <a:lnTo>
                    <a:pt x="627027" y="1921"/>
                  </a:lnTo>
                  <a:lnTo>
                    <a:pt x="579500" y="0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3126" rIns="0" bIns="0" rtlCol="0">
            <a:spAutoFit/>
          </a:bodyPr>
          <a:lstStyle/>
          <a:p>
            <a:pPr marL="2496185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SUMMARY</a:t>
            </a:r>
          </a:p>
        </p:txBody>
      </p:sp>
      <p:sp>
        <p:nvSpPr>
          <p:cNvPr id="11" name="object 11"/>
          <p:cNvSpPr/>
          <p:nvPr/>
        </p:nvSpPr>
        <p:spPr>
          <a:xfrm>
            <a:off x="14636091" y="-1"/>
            <a:ext cx="3652520" cy="3553460"/>
          </a:xfrm>
          <a:custGeom>
            <a:avLst/>
            <a:gdLst/>
            <a:ahLst/>
            <a:cxnLst/>
            <a:rect l="l" t="t" r="r" b="b"/>
            <a:pathLst>
              <a:path w="3652519" h="3553460">
                <a:moveTo>
                  <a:pt x="3644823" y="3553300"/>
                </a:moveTo>
                <a:lnTo>
                  <a:pt x="3651903" y="3553230"/>
                </a:lnTo>
                <a:lnTo>
                  <a:pt x="3651907" y="0"/>
                </a:lnTo>
                <a:lnTo>
                  <a:pt x="0" y="0"/>
                </a:lnTo>
                <a:lnTo>
                  <a:pt x="6839" y="52723"/>
                </a:lnTo>
                <a:lnTo>
                  <a:pt x="14443" y="101394"/>
                </a:lnTo>
                <a:lnTo>
                  <a:pt x="23393" y="149749"/>
                </a:lnTo>
                <a:lnTo>
                  <a:pt x="33857" y="197731"/>
                </a:lnTo>
                <a:lnTo>
                  <a:pt x="45998" y="245287"/>
                </a:lnTo>
                <a:lnTo>
                  <a:pt x="59985" y="292359"/>
                </a:lnTo>
                <a:lnTo>
                  <a:pt x="75981" y="338892"/>
                </a:lnTo>
                <a:lnTo>
                  <a:pt x="94298" y="384880"/>
                </a:lnTo>
                <a:lnTo>
                  <a:pt x="115114" y="430039"/>
                </a:lnTo>
                <a:lnTo>
                  <a:pt x="138390" y="474093"/>
                </a:lnTo>
                <a:lnTo>
                  <a:pt x="164089" y="516766"/>
                </a:lnTo>
                <a:lnTo>
                  <a:pt x="192169" y="557781"/>
                </a:lnTo>
                <a:lnTo>
                  <a:pt x="222594" y="596863"/>
                </a:lnTo>
                <a:lnTo>
                  <a:pt x="255324" y="633734"/>
                </a:lnTo>
                <a:lnTo>
                  <a:pt x="290319" y="668118"/>
                </a:lnTo>
                <a:lnTo>
                  <a:pt x="327542" y="699740"/>
                </a:lnTo>
                <a:lnTo>
                  <a:pt x="366954" y="728322"/>
                </a:lnTo>
                <a:lnTo>
                  <a:pt x="408514" y="753588"/>
                </a:lnTo>
                <a:lnTo>
                  <a:pt x="452186" y="775263"/>
                </a:lnTo>
                <a:lnTo>
                  <a:pt x="497929" y="793069"/>
                </a:lnTo>
                <a:lnTo>
                  <a:pt x="547467" y="807442"/>
                </a:lnTo>
                <a:lnTo>
                  <a:pt x="597838" y="817997"/>
                </a:lnTo>
                <a:lnTo>
                  <a:pt x="648828" y="825773"/>
                </a:lnTo>
                <a:lnTo>
                  <a:pt x="700219" y="831811"/>
                </a:lnTo>
                <a:lnTo>
                  <a:pt x="803344" y="842824"/>
                </a:lnTo>
                <a:lnTo>
                  <a:pt x="854645" y="849877"/>
                </a:lnTo>
                <a:lnTo>
                  <a:pt x="905485" y="859348"/>
                </a:lnTo>
                <a:lnTo>
                  <a:pt x="953868" y="871659"/>
                </a:lnTo>
                <a:lnTo>
                  <a:pt x="1001217" y="887280"/>
                </a:lnTo>
                <a:lnTo>
                  <a:pt x="1047378" y="906069"/>
                </a:lnTo>
                <a:lnTo>
                  <a:pt x="1092196" y="927883"/>
                </a:lnTo>
                <a:lnTo>
                  <a:pt x="1135518" y="952582"/>
                </a:lnTo>
                <a:lnTo>
                  <a:pt x="1177189" y="980023"/>
                </a:lnTo>
                <a:lnTo>
                  <a:pt x="1217054" y="1010065"/>
                </a:lnTo>
                <a:lnTo>
                  <a:pt x="1254959" y="1042565"/>
                </a:lnTo>
                <a:lnTo>
                  <a:pt x="1290750" y="1077381"/>
                </a:lnTo>
                <a:lnTo>
                  <a:pt x="1324272" y="1114373"/>
                </a:lnTo>
                <a:lnTo>
                  <a:pt x="1355371" y="1153397"/>
                </a:lnTo>
                <a:lnTo>
                  <a:pt x="1383893" y="1194312"/>
                </a:lnTo>
                <a:lnTo>
                  <a:pt x="1409683" y="1236976"/>
                </a:lnTo>
                <a:lnTo>
                  <a:pt x="1432587" y="1281248"/>
                </a:lnTo>
                <a:lnTo>
                  <a:pt x="1452451" y="1326985"/>
                </a:lnTo>
                <a:lnTo>
                  <a:pt x="1469120" y="1374045"/>
                </a:lnTo>
                <a:lnTo>
                  <a:pt x="1482124" y="1419546"/>
                </a:lnTo>
                <a:lnTo>
                  <a:pt x="1493060" y="1466017"/>
                </a:lnTo>
                <a:lnTo>
                  <a:pt x="1502436" y="1513194"/>
                </a:lnTo>
                <a:lnTo>
                  <a:pt x="1510761" y="1560813"/>
                </a:lnTo>
                <a:lnTo>
                  <a:pt x="1526296" y="1656322"/>
                </a:lnTo>
                <a:lnTo>
                  <a:pt x="1534524" y="1703683"/>
                </a:lnTo>
                <a:lnTo>
                  <a:pt x="1543739" y="1750431"/>
                </a:lnTo>
                <a:lnTo>
                  <a:pt x="1554449" y="1796300"/>
                </a:lnTo>
                <a:lnTo>
                  <a:pt x="1567163" y="1841028"/>
                </a:lnTo>
                <a:lnTo>
                  <a:pt x="1582391" y="1884350"/>
                </a:lnTo>
                <a:lnTo>
                  <a:pt x="1600642" y="1926002"/>
                </a:lnTo>
                <a:lnTo>
                  <a:pt x="1622425" y="1965720"/>
                </a:lnTo>
                <a:lnTo>
                  <a:pt x="1648249" y="2003240"/>
                </a:lnTo>
                <a:lnTo>
                  <a:pt x="1678623" y="2038298"/>
                </a:lnTo>
                <a:lnTo>
                  <a:pt x="1714956" y="2071130"/>
                </a:lnTo>
                <a:lnTo>
                  <a:pt x="1754625" y="2099042"/>
                </a:lnTo>
                <a:lnTo>
                  <a:pt x="1797169" y="2122356"/>
                </a:lnTo>
                <a:lnTo>
                  <a:pt x="1842129" y="2141397"/>
                </a:lnTo>
                <a:lnTo>
                  <a:pt x="2532500" y="2166583"/>
                </a:lnTo>
                <a:lnTo>
                  <a:pt x="2581666" y="2169465"/>
                </a:lnTo>
                <a:lnTo>
                  <a:pt x="2630700" y="2175085"/>
                </a:lnTo>
                <a:lnTo>
                  <a:pt x="2677712" y="2183494"/>
                </a:lnTo>
                <a:lnTo>
                  <a:pt x="2723803" y="2194769"/>
                </a:lnTo>
                <a:lnTo>
                  <a:pt x="2768933" y="2208794"/>
                </a:lnTo>
                <a:lnTo>
                  <a:pt x="2813060" y="2225450"/>
                </a:lnTo>
                <a:lnTo>
                  <a:pt x="2856146" y="2244618"/>
                </a:lnTo>
                <a:lnTo>
                  <a:pt x="2898148" y="2266182"/>
                </a:lnTo>
                <a:lnTo>
                  <a:pt x="2939026" y="2290023"/>
                </a:lnTo>
                <a:lnTo>
                  <a:pt x="2978740" y="2316024"/>
                </a:lnTo>
                <a:lnTo>
                  <a:pt x="3017250" y="2344065"/>
                </a:lnTo>
                <a:lnTo>
                  <a:pt x="3054515" y="2374031"/>
                </a:lnTo>
                <a:lnTo>
                  <a:pt x="3090495" y="2405802"/>
                </a:lnTo>
                <a:lnTo>
                  <a:pt x="3125149" y="2439261"/>
                </a:lnTo>
                <a:lnTo>
                  <a:pt x="3158436" y="2474290"/>
                </a:lnTo>
                <a:lnTo>
                  <a:pt x="3190316" y="2510770"/>
                </a:lnTo>
                <a:lnTo>
                  <a:pt x="3220749" y="2548585"/>
                </a:lnTo>
                <a:lnTo>
                  <a:pt x="3249694" y="2587616"/>
                </a:lnTo>
                <a:lnTo>
                  <a:pt x="3277111" y="2627745"/>
                </a:lnTo>
                <a:lnTo>
                  <a:pt x="3302958" y="2668854"/>
                </a:lnTo>
                <a:lnTo>
                  <a:pt x="3327197" y="2710826"/>
                </a:lnTo>
                <a:lnTo>
                  <a:pt x="3349785" y="2753542"/>
                </a:lnTo>
                <a:lnTo>
                  <a:pt x="3370684" y="2796885"/>
                </a:lnTo>
                <a:lnTo>
                  <a:pt x="3390430" y="2841833"/>
                </a:lnTo>
                <a:lnTo>
                  <a:pt x="3408762" y="2887321"/>
                </a:lnTo>
                <a:lnTo>
                  <a:pt x="3425749" y="2933303"/>
                </a:lnTo>
                <a:lnTo>
                  <a:pt x="3441460" y="2979732"/>
                </a:lnTo>
                <a:lnTo>
                  <a:pt x="3455964" y="3026559"/>
                </a:lnTo>
                <a:lnTo>
                  <a:pt x="3469330" y="3073739"/>
                </a:lnTo>
                <a:lnTo>
                  <a:pt x="3481629" y="3121223"/>
                </a:lnTo>
                <a:lnTo>
                  <a:pt x="3492928" y="3168966"/>
                </a:lnTo>
                <a:lnTo>
                  <a:pt x="3503297" y="3216919"/>
                </a:lnTo>
                <a:lnTo>
                  <a:pt x="3512805" y="3265036"/>
                </a:lnTo>
                <a:lnTo>
                  <a:pt x="3521522" y="3313269"/>
                </a:lnTo>
                <a:lnTo>
                  <a:pt x="3527871" y="3353945"/>
                </a:lnTo>
                <a:lnTo>
                  <a:pt x="3534918" y="3397184"/>
                </a:lnTo>
                <a:lnTo>
                  <a:pt x="3544498" y="3440171"/>
                </a:lnTo>
                <a:lnTo>
                  <a:pt x="3558444" y="3480090"/>
                </a:lnTo>
                <a:lnTo>
                  <a:pt x="3578591" y="3514129"/>
                </a:lnTo>
                <a:lnTo>
                  <a:pt x="3606772" y="3539470"/>
                </a:lnTo>
                <a:lnTo>
                  <a:pt x="3644823" y="3553300"/>
                </a:lnTo>
                <a:close/>
              </a:path>
              <a:path w="3652519" h="3553460">
                <a:moveTo>
                  <a:pt x="2087062" y="2183820"/>
                </a:moveTo>
                <a:lnTo>
                  <a:pt x="2136855" y="2184012"/>
                </a:lnTo>
                <a:lnTo>
                  <a:pt x="2186345" y="2182416"/>
                </a:lnTo>
                <a:lnTo>
                  <a:pt x="2235866" y="2179686"/>
                </a:lnTo>
                <a:lnTo>
                  <a:pt x="2384411" y="2169527"/>
                </a:lnTo>
                <a:lnTo>
                  <a:pt x="2433852" y="2167098"/>
                </a:lnTo>
                <a:lnTo>
                  <a:pt x="2483222" y="2165956"/>
                </a:lnTo>
                <a:lnTo>
                  <a:pt x="2532500" y="2166583"/>
                </a:lnTo>
                <a:lnTo>
                  <a:pt x="1853039" y="2144906"/>
                </a:lnTo>
                <a:lnTo>
                  <a:pt x="1889045" y="2156488"/>
                </a:lnTo>
                <a:lnTo>
                  <a:pt x="1937456" y="2167953"/>
                </a:lnTo>
                <a:lnTo>
                  <a:pt x="1986450" y="2176039"/>
                </a:lnTo>
                <a:lnTo>
                  <a:pt x="1986061" y="2176027"/>
                </a:lnTo>
                <a:lnTo>
                  <a:pt x="2036925" y="2181295"/>
                </a:lnTo>
                <a:lnTo>
                  <a:pt x="2087062" y="2183820"/>
                </a:lnTo>
                <a:close/>
              </a:path>
            </a:pathLst>
          </a:custGeom>
          <a:solidFill>
            <a:srgbClr val="CEB3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0" y="0"/>
            <a:ext cx="1198245" cy="2308860"/>
            <a:chOff x="0" y="0"/>
            <a:chExt cx="1198245" cy="2308860"/>
          </a:xfrm>
        </p:grpSpPr>
        <p:sp>
          <p:nvSpPr>
            <p:cNvPr id="13" name="object 13"/>
            <p:cNvSpPr/>
            <p:nvPr/>
          </p:nvSpPr>
          <p:spPr>
            <a:xfrm>
              <a:off x="0" y="415999"/>
              <a:ext cx="1144270" cy="1892935"/>
            </a:xfrm>
            <a:custGeom>
              <a:avLst/>
              <a:gdLst/>
              <a:ahLst/>
              <a:cxnLst/>
              <a:rect l="l" t="t" r="r" b="b"/>
              <a:pathLst>
                <a:path w="1144270" h="1892935">
                  <a:moveTo>
                    <a:pt x="0" y="0"/>
                  </a:moveTo>
                  <a:lnTo>
                    <a:pt x="0" y="1658009"/>
                  </a:lnTo>
                  <a:lnTo>
                    <a:pt x="61612" y="1731358"/>
                  </a:lnTo>
                  <a:lnTo>
                    <a:pt x="131601" y="1796917"/>
                  </a:lnTo>
                  <a:lnTo>
                    <a:pt x="169970" y="1824817"/>
                  </a:lnTo>
                  <a:lnTo>
                    <a:pt x="210847" y="1848588"/>
                  </a:lnTo>
                  <a:lnTo>
                    <a:pt x="254428" y="1867574"/>
                  </a:lnTo>
                  <a:lnTo>
                    <a:pt x="301991" y="1881468"/>
                  </a:lnTo>
                  <a:lnTo>
                    <a:pt x="350535" y="1889618"/>
                  </a:lnTo>
                  <a:lnTo>
                    <a:pt x="399818" y="1892835"/>
                  </a:lnTo>
                  <a:lnTo>
                    <a:pt x="499635" y="1887710"/>
                  </a:lnTo>
                  <a:lnTo>
                    <a:pt x="697135" y="1853659"/>
                  </a:lnTo>
                  <a:lnTo>
                    <a:pt x="841835" y="1816157"/>
                  </a:lnTo>
                  <a:lnTo>
                    <a:pt x="932213" y="1778964"/>
                  </a:lnTo>
                  <a:lnTo>
                    <a:pt x="973774" y="1755212"/>
                  </a:lnTo>
                  <a:lnTo>
                    <a:pt x="1012115" y="1727355"/>
                  </a:lnTo>
                  <a:lnTo>
                    <a:pt x="1046636" y="1694895"/>
                  </a:lnTo>
                  <a:lnTo>
                    <a:pt x="1076737" y="1657332"/>
                  </a:lnTo>
                  <a:lnTo>
                    <a:pt x="1101510" y="1614832"/>
                  </a:lnTo>
                  <a:lnTo>
                    <a:pt x="1119869" y="1569653"/>
                  </a:lnTo>
                  <a:lnTo>
                    <a:pt x="1132556" y="1522332"/>
                  </a:lnTo>
                  <a:lnTo>
                    <a:pt x="1140313" y="1473407"/>
                  </a:lnTo>
                  <a:lnTo>
                    <a:pt x="1143881" y="1423417"/>
                  </a:lnTo>
                  <a:lnTo>
                    <a:pt x="1141418" y="1322392"/>
                  </a:lnTo>
                  <a:lnTo>
                    <a:pt x="1124436" y="1173604"/>
                  </a:lnTo>
                  <a:lnTo>
                    <a:pt x="1088144" y="977766"/>
                  </a:lnTo>
                  <a:lnTo>
                    <a:pt x="1036853" y="785295"/>
                  </a:lnTo>
                  <a:lnTo>
                    <a:pt x="968834" y="595314"/>
                  </a:lnTo>
                  <a:lnTo>
                    <a:pt x="922140" y="504796"/>
                  </a:lnTo>
                  <a:lnTo>
                    <a:pt x="893754" y="463171"/>
                  </a:lnTo>
                  <a:lnTo>
                    <a:pt x="861293" y="424940"/>
                  </a:lnTo>
                  <a:lnTo>
                    <a:pt x="824220" y="390829"/>
                  </a:lnTo>
                  <a:lnTo>
                    <a:pt x="784868" y="362957"/>
                  </a:lnTo>
                  <a:lnTo>
                    <a:pt x="743065" y="340127"/>
                  </a:lnTo>
                  <a:lnTo>
                    <a:pt x="699181" y="321536"/>
                  </a:lnTo>
                  <a:lnTo>
                    <a:pt x="606652" y="293858"/>
                  </a:lnTo>
                  <a:lnTo>
                    <a:pt x="364827" y="242598"/>
                  </a:lnTo>
                  <a:lnTo>
                    <a:pt x="271669" y="212391"/>
                  </a:lnTo>
                  <a:lnTo>
                    <a:pt x="227542" y="192260"/>
                  </a:lnTo>
                  <a:lnTo>
                    <a:pt x="185567" y="168767"/>
                  </a:lnTo>
                  <a:lnTo>
                    <a:pt x="107947" y="112621"/>
                  </a:lnTo>
                  <a:lnTo>
                    <a:pt x="38563" y="45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5205" y="0"/>
              <a:ext cx="1123315" cy="517525"/>
            </a:xfrm>
            <a:custGeom>
              <a:avLst/>
              <a:gdLst/>
              <a:ahLst/>
              <a:cxnLst/>
              <a:rect l="l" t="t" r="r" b="b"/>
              <a:pathLst>
                <a:path w="1123315" h="517525">
                  <a:moveTo>
                    <a:pt x="1059869" y="0"/>
                  </a:moveTo>
                  <a:lnTo>
                    <a:pt x="0" y="0"/>
                  </a:lnTo>
                  <a:lnTo>
                    <a:pt x="27343" y="45451"/>
                  </a:lnTo>
                  <a:lnTo>
                    <a:pt x="81706" y="122376"/>
                  </a:lnTo>
                  <a:lnTo>
                    <a:pt x="142780" y="194155"/>
                  </a:lnTo>
                  <a:lnTo>
                    <a:pt x="209975" y="260238"/>
                  </a:lnTo>
                  <a:lnTo>
                    <a:pt x="282704" y="320072"/>
                  </a:lnTo>
                  <a:lnTo>
                    <a:pt x="360377" y="373106"/>
                  </a:lnTo>
                  <a:lnTo>
                    <a:pt x="442407" y="418787"/>
                  </a:lnTo>
                  <a:lnTo>
                    <a:pt x="528205" y="456564"/>
                  </a:lnTo>
                  <a:lnTo>
                    <a:pt x="572333" y="472317"/>
                  </a:lnTo>
                  <a:lnTo>
                    <a:pt x="617182" y="485886"/>
                  </a:lnTo>
                  <a:lnTo>
                    <a:pt x="662679" y="497203"/>
                  </a:lnTo>
                  <a:lnTo>
                    <a:pt x="708751" y="506200"/>
                  </a:lnTo>
                  <a:lnTo>
                    <a:pt x="755323" y="512806"/>
                  </a:lnTo>
                  <a:lnTo>
                    <a:pt x="809989" y="517007"/>
                  </a:lnTo>
                  <a:lnTo>
                    <a:pt x="864958" y="516057"/>
                  </a:lnTo>
                  <a:lnTo>
                    <a:pt x="918666" y="508260"/>
                  </a:lnTo>
                  <a:lnTo>
                    <a:pt x="969548" y="491921"/>
                  </a:lnTo>
                  <a:lnTo>
                    <a:pt x="1016039" y="465345"/>
                  </a:lnTo>
                  <a:lnTo>
                    <a:pt x="1049985" y="434719"/>
                  </a:lnTo>
                  <a:lnTo>
                    <a:pt x="1077278" y="398237"/>
                  </a:lnTo>
                  <a:lnTo>
                    <a:pt x="1098065" y="357243"/>
                  </a:lnTo>
                  <a:lnTo>
                    <a:pt x="1112492" y="313076"/>
                  </a:lnTo>
                  <a:lnTo>
                    <a:pt x="1120705" y="267080"/>
                  </a:lnTo>
                  <a:lnTo>
                    <a:pt x="1122849" y="220597"/>
                  </a:lnTo>
                  <a:lnTo>
                    <a:pt x="1118741" y="170556"/>
                  </a:lnTo>
                  <a:lnTo>
                    <a:pt x="1108932" y="121459"/>
                  </a:lnTo>
                  <a:lnTo>
                    <a:pt x="1093952" y="73579"/>
                  </a:lnTo>
                  <a:lnTo>
                    <a:pt x="1074330" y="27190"/>
                  </a:lnTo>
                  <a:lnTo>
                    <a:pt x="1059869" y="0"/>
                  </a:lnTo>
                  <a:close/>
                </a:path>
              </a:pathLst>
            </a:custGeom>
            <a:solidFill>
              <a:srgbClr val="A78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0" y="6893224"/>
            <a:ext cx="3025775" cy="3394075"/>
          </a:xfrm>
          <a:custGeom>
            <a:avLst/>
            <a:gdLst/>
            <a:ahLst/>
            <a:cxnLst/>
            <a:rect l="l" t="t" r="r" b="b"/>
            <a:pathLst>
              <a:path w="3025775" h="3394075">
                <a:moveTo>
                  <a:pt x="180449" y="7524"/>
                </a:moveTo>
                <a:lnTo>
                  <a:pt x="131250" y="0"/>
                </a:lnTo>
                <a:lnTo>
                  <a:pt x="89100" y="7252"/>
                </a:lnTo>
                <a:lnTo>
                  <a:pt x="52706" y="28239"/>
                </a:lnTo>
                <a:lnTo>
                  <a:pt x="21421" y="60098"/>
                </a:lnTo>
                <a:lnTo>
                  <a:pt x="5" y="91929"/>
                </a:lnTo>
                <a:lnTo>
                  <a:pt x="0" y="3393773"/>
                </a:lnTo>
                <a:lnTo>
                  <a:pt x="3025318" y="3393779"/>
                </a:lnTo>
                <a:lnTo>
                  <a:pt x="2995744" y="3359010"/>
                </a:lnTo>
                <a:lnTo>
                  <a:pt x="2961439" y="3324444"/>
                </a:lnTo>
                <a:lnTo>
                  <a:pt x="2924479" y="3292806"/>
                </a:lnTo>
                <a:lnTo>
                  <a:pt x="2884856" y="3264373"/>
                </a:lnTo>
                <a:lnTo>
                  <a:pt x="2842565" y="3239426"/>
                </a:lnTo>
                <a:lnTo>
                  <a:pt x="2795974" y="3217257"/>
                </a:lnTo>
                <a:lnTo>
                  <a:pt x="2747946" y="3198723"/>
                </a:lnTo>
                <a:lnTo>
                  <a:pt x="2698860" y="3182832"/>
                </a:lnTo>
                <a:lnTo>
                  <a:pt x="2649097" y="3168594"/>
                </a:lnTo>
                <a:lnTo>
                  <a:pt x="2549062" y="3141110"/>
                </a:lnTo>
                <a:lnTo>
                  <a:pt x="2499552" y="3125883"/>
                </a:lnTo>
                <a:lnTo>
                  <a:pt x="2450886" y="3108344"/>
                </a:lnTo>
                <a:lnTo>
                  <a:pt x="2405104" y="3088397"/>
                </a:lnTo>
                <a:lnTo>
                  <a:pt x="2360875" y="3065348"/>
                </a:lnTo>
                <a:lnTo>
                  <a:pt x="2318330" y="3039363"/>
                </a:lnTo>
                <a:lnTo>
                  <a:pt x="2277597" y="3010608"/>
                </a:lnTo>
                <a:lnTo>
                  <a:pt x="2238807" y="2979246"/>
                </a:lnTo>
                <a:lnTo>
                  <a:pt x="2202088" y="2945443"/>
                </a:lnTo>
                <a:lnTo>
                  <a:pt x="2167571" y="2909363"/>
                </a:lnTo>
                <a:lnTo>
                  <a:pt x="2135385" y="2871172"/>
                </a:lnTo>
                <a:lnTo>
                  <a:pt x="2105659" y="2831035"/>
                </a:lnTo>
                <a:lnTo>
                  <a:pt x="2078523" y="2789116"/>
                </a:lnTo>
                <a:lnTo>
                  <a:pt x="2054107" y="2745581"/>
                </a:lnTo>
                <a:lnTo>
                  <a:pt x="2032540" y="2700593"/>
                </a:lnTo>
                <a:lnTo>
                  <a:pt x="2013951" y="2654319"/>
                </a:lnTo>
                <a:lnTo>
                  <a:pt x="1998470" y="2606923"/>
                </a:lnTo>
                <a:lnTo>
                  <a:pt x="1986227" y="2558570"/>
                </a:lnTo>
                <a:lnTo>
                  <a:pt x="1977352" y="2509426"/>
                </a:lnTo>
                <a:lnTo>
                  <a:pt x="1971843" y="2462411"/>
                </a:lnTo>
                <a:lnTo>
                  <a:pt x="1968532" y="2414772"/>
                </a:lnTo>
                <a:lnTo>
                  <a:pt x="1966875" y="2366687"/>
                </a:lnTo>
                <a:lnTo>
                  <a:pt x="1966327" y="2318334"/>
                </a:lnTo>
                <a:lnTo>
                  <a:pt x="1966374" y="2221542"/>
                </a:lnTo>
                <a:lnTo>
                  <a:pt x="1965880" y="2173460"/>
                </a:lnTo>
                <a:lnTo>
                  <a:pt x="1964313" y="2125825"/>
                </a:lnTo>
                <a:lnTo>
                  <a:pt x="1961128" y="2078816"/>
                </a:lnTo>
                <a:lnTo>
                  <a:pt x="1955781" y="2032611"/>
                </a:lnTo>
                <a:lnTo>
                  <a:pt x="1947726" y="1987389"/>
                </a:lnTo>
                <a:lnTo>
                  <a:pt x="1936417" y="1943329"/>
                </a:lnTo>
                <a:lnTo>
                  <a:pt x="1921310" y="1900609"/>
                </a:lnTo>
                <a:lnTo>
                  <a:pt x="1901859" y="1859408"/>
                </a:lnTo>
                <a:lnTo>
                  <a:pt x="1877520" y="1819905"/>
                </a:lnTo>
                <a:lnTo>
                  <a:pt x="1846939" y="1781639"/>
                </a:lnTo>
                <a:lnTo>
                  <a:pt x="1812273" y="1747694"/>
                </a:lnTo>
                <a:lnTo>
                  <a:pt x="1774027" y="1717824"/>
                </a:lnTo>
                <a:lnTo>
                  <a:pt x="1732708" y="1691784"/>
                </a:lnTo>
                <a:lnTo>
                  <a:pt x="1055204" y="1555714"/>
                </a:lnTo>
                <a:lnTo>
                  <a:pt x="1007130" y="1544950"/>
                </a:lnTo>
                <a:lnTo>
                  <a:pt x="959627" y="1531503"/>
                </a:lnTo>
                <a:lnTo>
                  <a:pt x="914569" y="1515629"/>
                </a:lnTo>
                <a:lnTo>
                  <a:pt x="870883" y="1497073"/>
                </a:lnTo>
                <a:lnTo>
                  <a:pt x="828588" y="1475958"/>
                </a:lnTo>
                <a:lnTo>
                  <a:pt x="787707" y="1452406"/>
                </a:lnTo>
                <a:lnTo>
                  <a:pt x="748259" y="1426542"/>
                </a:lnTo>
                <a:lnTo>
                  <a:pt x="710267" y="1398488"/>
                </a:lnTo>
                <a:lnTo>
                  <a:pt x="673750" y="1368367"/>
                </a:lnTo>
                <a:lnTo>
                  <a:pt x="638731" y="1336301"/>
                </a:lnTo>
                <a:lnTo>
                  <a:pt x="605229" y="1302414"/>
                </a:lnTo>
                <a:lnTo>
                  <a:pt x="573266" y="1266828"/>
                </a:lnTo>
                <a:lnTo>
                  <a:pt x="542864" y="1229667"/>
                </a:lnTo>
                <a:lnTo>
                  <a:pt x="514042" y="1191053"/>
                </a:lnTo>
                <a:lnTo>
                  <a:pt x="486822" y="1151109"/>
                </a:lnTo>
                <a:lnTo>
                  <a:pt x="461225" y="1109959"/>
                </a:lnTo>
                <a:lnTo>
                  <a:pt x="437271" y="1067725"/>
                </a:lnTo>
                <a:lnTo>
                  <a:pt x="414983" y="1024530"/>
                </a:lnTo>
                <a:lnTo>
                  <a:pt x="394380" y="980497"/>
                </a:lnTo>
                <a:lnTo>
                  <a:pt x="375484" y="935749"/>
                </a:lnTo>
                <a:lnTo>
                  <a:pt x="358316" y="890409"/>
                </a:lnTo>
                <a:lnTo>
                  <a:pt x="342896" y="844599"/>
                </a:lnTo>
                <a:lnTo>
                  <a:pt x="329246" y="798443"/>
                </a:lnTo>
                <a:lnTo>
                  <a:pt x="316992" y="750888"/>
                </a:lnTo>
                <a:lnTo>
                  <a:pt x="306222" y="703027"/>
                </a:lnTo>
                <a:lnTo>
                  <a:pt x="296858" y="654896"/>
                </a:lnTo>
                <a:lnTo>
                  <a:pt x="288827" y="606530"/>
                </a:lnTo>
                <a:lnTo>
                  <a:pt x="282051" y="557963"/>
                </a:lnTo>
                <a:lnTo>
                  <a:pt x="276454" y="509233"/>
                </a:lnTo>
                <a:lnTo>
                  <a:pt x="271962" y="460373"/>
                </a:lnTo>
                <a:lnTo>
                  <a:pt x="268497" y="411420"/>
                </a:lnTo>
                <a:lnTo>
                  <a:pt x="265984" y="362409"/>
                </a:lnTo>
                <a:lnTo>
                  <a:pt x="264348" y="313375"/>
                </a:lnTo>
                <a:lnTo>
                  <a:pt x="263512" y="264353"/>
                </a:lnTo>
                <a:lnTo>
                  <a:pt x="263796" y="223173"/>
                </a:lnTo>
                <a:lnTo>
                  <a:pt x="263804" y="179351"/>
                </a:lnTo>
                <a:lnTo>
                  <a:pt x="261271" y="135370"/>
                </a:lnTo>
                <a:lnTo>
                  <a:pt x="253933" y="93713"/>
                </a:lnTo>
                <a:lnTo>
                  <a:pt x="239526" y="56865"/>
                </a:lnTo>
                <a:lnTo>
                  <a:pt x="215786" y="27307"/>
                </a:lnTo>
                <a:lnTo>
                  <a:pt x="180449" y="7524"/>
                </a:lnTo>
                <a:close/>
              </a:path>
              <a:path w="3025775" h="3394075">
                <a:moveTo>
                  <a:pt x="1497734" y="1610449"/>
                </a:moveTo>
                <a:lnTo>
                  <a:pt x="1448607" y="1602239"/>
                </a:lnTo>
                <a:lnTo>
                  <a:pt x="1399492" y="1595842"/>
                </a:lnTo>
                <a:lnTo>
                  <a:pt x="1350163" y="1590561"/>
                </a:lnTo>
                <a:lnTo>
                  <a:pt x="1201877" y="1576662"/>
                </a:lnTo>
                <a:lnTo>
                  <a:pt x="1152676" y="1571096"/>
                </a:lnTo>
                <a:lnTo>
                  <a:pt x="1103752" y="1564271"/>
                </a:lnTo>
                <a:lnTo>
                  <a:pt x="1055204" y="1555714"/>
                </a:lnTo>
                <a:lnTo>
                  <a:pt x="1722503" y="1686562"/>
                </a:lnTo>
                <a:lnTo>
                  <a:pt x="1688822" y="1669328"/>
                </a:lnTo>
                <a:lnTo>
                  <a:pt x="1642875" y="1650212"/>
                </a:lnTo>
                <a:lnTo>
                  <a:pt x="1595809" y="1634337"/>
                </a:lnTo>
                <a:lnTo>
                  <a:pt x="1596191" y="1634412"/>
                </a:lnTo>
                <a:lnTo>
                  <a:pt x="1546825" y="1621018"/>
                </a:lnTo>
                <a:lnTo>
                  <a:pt x="1497734" y="1610449"/>
                </a:lnTo>
                <a:close/>
              </a:path>
            </a:pathLst>
          </a:custGeom>
          <a:solidFill>
            <a:srgbClr val="CEB3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945639" y="3138043"/>
            <a:ext cx="9480550" cy="5185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25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project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report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deals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design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development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Smart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Home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Automation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for </a:t>
            </a:r>
            <a:r>
              <a:rPr sz="1800" dirty="0">
                <a:latin typeface="Times New Roman"/>
                <a:cs typeface="Times New Roman"/>
              </a:rPr>
              <a:t>remote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local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control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home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electric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appliances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Wi-</a:t>
            </a:r>
            <a:r>
              <a:rPr sz="1800" dirty="0">
                <a:latin typeface="Times New Roman"/>
                <a:cs typeface="Times New Roman"/>
              </a:rPr>
              <a:t>Fi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(ESP8266),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Bluetooth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(HC-</a:t>
            </a:r>
            <a:r>
              <a:rPr sz="1800" dirty="0">
                <a:latin typeface="Times New Roman"/>
                <a:cs typeface="Times New Roman"/>
              </a:rPr>
              <a:t>05),</a:t>
            </a:r>
            <a:r>
              <a:rPr sz="1800" spc="-25" dirty="0">
                <a:latin typeface="Times New Roman"/>
                <a:cs typeface="Times New Roman"/>
              </a:rPr>
              <a:t> and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Blynk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Cloud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platform.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offers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more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convenience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user,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security,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energy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saving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controlling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appliances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such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lights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fans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remotely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mobile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manual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switches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too.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initial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objective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project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develop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low-cost,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flexible,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scalable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automation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hardware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easily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installed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small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office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home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environments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without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radically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changing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buildings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spending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large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amounts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capital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equipment.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00" dirty="0">
                <a:latin typeface="Times New Roman"/>
                <a:cs typeface="Times New Roman"/>
              </a:rPr>
              <a:t>The system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architecture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control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options.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Wi-</a:t>
            </a:r>
            <a:r>
              <a:rPr sz="2000" dirty="0">
                <a:latin typeface="Times New Roman"/>
                <a:cs typeface="Times New Roman"/>
              </a:rPr>
              <a:t>Fi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gained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12700" marR="377825">
              <a:lnSpc>
                <a:spcPct val="150000"/>
              </a:lnSpc>
            </a:pPr>
            <a:r>
              <a:rPr sz="2000" dirty="0">
                <a:latin typeface="Times New Roman"/>
                <a:cs typeface="Times New Roman"/>
              </a:rPr>
              <a:t>usage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ESP8266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Wi-</a:t>
            </a:r>
            <a:r>
              <a:rPr sz="2000" dirty="0">
                <a:latin typeface="Times New Roman"/>
                <a:cs typeface="Times New Roman"/>
              </a:rPr>
              <a:t>Fi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module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communicates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Blynk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sending </a:t>
            </a:r>
            <a:r>
              <a:rPr sz="2000" dirty="0">
                <a:latin typeface="Times New Roman"/>
                <a:cs typeface="Times New Roman"/>
              </a:rPr>
              <a:t>instructions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remotely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smartphone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10" dirty="0">
                <a:latin typeface="Times New Roman"/>
                <a:cs typeface="Times New Roman"/>
              </a:rPr>
              <a:t> individual. </a:t>
            </a:r>
            <a:r>
              <a:rPr sz="2000" dirty="0">
                <a:latin typeface="Times New Roman"/>
                <a:cs typeface="Times New Roman"/>
              </a:rPr>
              <a:t>Bluetooth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achieved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usage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HC-</a:t>
            </a:r>
            <a:r>
              <a:rPr sz="2000" dirty="0">
                <a:latin typeface="Times New Roman"/>
                <a:cs typeface="Times New Roman"/>
              </a:rPr>
              <a:t>05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module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control </a:t>
            </a:r>
            <a:r>
              <a:rPr sz="2000" dirty="0">
                <a:latin typeface="Times New Roman"/>
                <a:cs typeface="Times New Roman"/>
              </a:rPr>
              <a:t>locally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situations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internet.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-4" y="7045624"/>
            <a:ext cx="5555615" cy="3241675"/>
            <a:chOff x="-4" y="7045624"/>
            <a:chExt cx="5555615" cy="3241675"/>
          </a:xfrm>
        </p:grpSpPr>
        <p:sp>
          <p:nvSpPr>
            <p:cNvPr id="18" name="object 18"/>
            <p:cNvSpPr/>
            <p:nvPr/>
          </p:nvSpPr>
          <p:spPr>
            <a:xfrm>
              <a:off x="-4" y="7045624"/>
              <a:ext cx="2998470" cy="3241675"/>
            </a:xfrm>
            <a:custGeom>
              <a:avLst/>
              <a:gdLst/>
              <a:ahLst/>
              <a:cxnLst/>
              <a:rect l="l" t="t" r="r" b="b"/>
              <a:pathLst>
                <a:path w="2998470" h="3241675">
                  <a:moveTo>
                    <a:pt x="332853" y="7524"/>
                  </a:moveTo>
                  <a:lnTo>
                    <a:pt x="283654" y="0"/>
                  </a:lnTo>
                  <a:lnTo>
                    <a:pt x="241504" y="7252"/>
                  </a:lnTo>
                  <a:lnTo>
                    <a:pt x="205110" y="28239"/>
                  </a:lnTo>
                  <a:lnTo>
                    <a:pt x="173825" y="60098"/>
                  </a:lnTo>
                  <a:lnTo>
                    <a:pt x="147002" y="99966"/>
                  </a:lnTo>
                  <a:lnTo>
                    <a:pt x="123992" y="144981"/>
                  </a:lnTo>
                  <a:lnTo>
                    <a:pt x="104149" y="192281"/>
                  </a:lnTo>
                  <a:lnTo>
                    <a:pt x="86825" y="239002"/>
                  </a:lnTo>
                  <a:lnTo>
                    <a:pt x="71372" y="282283"/>
                  </a:lnTo>
                  <a:lnTo>
                    <a:pt x="57143" y="319262"/>
                  </a:lnTo>
                  <a:lnTo>
                    <a:pt x="38249" y="365127"/>
                  </a:lnTo>
                  <a:lnTo>
                    <a:pt x="19997" y="411263"/>
                  </a:lnTo>
                  <a:lnTo>
                    <a:pt x="2445" y="457672"/>
                  </a:lnTo>
                  <a:lnTo>
                    <a:pt x="0" y="464469"/>
                  </a:lnTo>
                  <a:lnTo>
                    <a:pt x="4" y="3241373"/>
                  </a:lnTo>
                  <a:lnTo>
                    <a:pt x="2998288" y="3241384"/>
                  </a:lnTo>
                  <a:lnTo>
                    <a:pt x="2994969" y="3239426"/>
                  </a:lnTo>
                  <a:lnTo>
                    <a:pt x="2948379" y="3217257"/>
                  </a:lnTo>
                  <a:lnTo>
                    <a:pt x="2900350" y="3198723"/>
                  </a:lnTo>
                  <a:lnTo>
                    <a:pt x="2851264" y="3182832"/>
                  </a:lnTo>
                  <a:lnTo>
                    <a:pt x="2801501" y="3168594"/>
                  </a:lnTo>
                  <a:lnTo>
                    <a:pt x="2701467" y="3141110"/>
                  </a:lnTo>
                  <a:lnTo>
                    <a:pt x="2651956" y="3125883"/>
                  </a:lnTo>
                  <a:lnTo>
                    <a:pt x="2603291" y="3108344"/>
                  </a:lnTo>
                  <a:lnTo>
                    <a:pt x="2557509" y="3088397"/>
                  </a:lnTo>
                  <a:lnTo>
                    <a:pt x="2513280" y="3065348"/>
                  </a:lnTo>
                  <a:lnTo>
                    <a:pt x="2470735" y="3039363"/>
                  </a:lnTo>
                  <a:lnTo>
                    <a:pt x="2430002" y="3010608"/>
                  </a:lnTo>
                  <a:lnTo>
                    <a:pt x="2391212" y="2979246"/>
                  </a:lnTo>
                  <a:lnTo>
                    <a:pt x="2354493" y="2945443"/>
                  </a:lnTo>
                  <a:lnTo>
                    <a:pt x="2319976" y="2909363"/>
                  </a:lnTo>
                  <a:lnTo>
                    <a:pt x="2287789" y="2871172"/>
                  </a:lnTo>
                  <a:lnTo>
                    <a:pt x="2258064" y="2831035"/>
                  </a:lnTo>
                  <a:lnTo>
                    <a:pt x="2230928" y="2789116"/>
                  </a:lnTo>
                  <a:lnTo>
                    <a:pt x="2206511" y="2745581"/>
                  </a:lnTo>
                  <a:lnTo>
                    <a:pt x="2184944" y="2700593"/>
                  </a:lnTo>
                  <a:lnTo>
                    <a:pt x="2166355" y="2654319"/>
                  </a:lnTo>
                  <a:lnTo>
                    <a:pt x="2150875" y="2606923"/>
                  </a:lnTo>
                  <a:lnTo>
                    <a:pt x="2138632" y="2558570"/>
                  </a:lnTo>
                  <a:lnTo>
                    <a:pt x="2129756" y="2509426"/>
                  </a:lnTo>
                  <a:lnTo>
                    <a:pt x="2124247" y="2462411"/>
                  </a:lnTo>
                  <a:lnTo>
                    <a:pt x="2120937" y="2414772"/>
                  </a:lnTo>
                  <a:lnTo>
                    <a:pt x="2119280" y="2366687"/>
                  </a:lnTo>
                  <a:lnTo>
                    <a:pt x="2118731" y="2318334"/>
                  </a:lnTo>
                  <a:lnTo>
                    <a:pt x="2118779" y="2221542"/>
                  </a:lnTo>
                  <a:lnTo>
                    <a:pt x="2118284" y="2173460"/>
                  </a:lnTo>
                  <a:lnTo>
                    <a:pt x="2116717" y="2125825"/>
                  </a:lnTo>
                  <a:lnTo>
                    <a:pt x="2113533" y="2078816"/>
                  </a:lnTo>
                  <a:lnTo>
                    <a:pt x="2108186" y="2032611"/>
                  </a:lnTo>
                  <a:lnTo>
                    <a:pt x="2100130" y="1987389"/>
                  </a:lnTo>
                  <a:lnTo>
                    <a:pt x="2088822" y="1943329"/>
                  </a:lnTo>
                  <a:lnTo>
                    <a:pt x="2073715" y="1900609"/>
                  </a:lnTo>
                  <a:lnTo>
                    <a:pt x="2054264" y="1859408"/>
                  </a:lnTo>
                  <a:lnTo>
                    <a:pt x="2029924" y="1819905"/>
                  </a:lnTo>
                  <a:lnTo>
                    <a:pt x="1999344" y="1781639"/>
                  </a:lnTo>
                  <a:lnTo>
                    <a:pt x="1964677" y="1747694"/>
                  </a:lnTo>
                  <a:lnTo>
                    <a:pt x="1926431" y="1717824"/>
                  </a:lnTo>
                  <a:lnTo>
                    <a:pt x="1885112" y="1691784"/>
                  </a:lnTo>
                  <a:lnTo>
                    <a:pt x="1207609" y="1555714"/>
                  </a:lnTo>
                  <a:lnTo>
                    <a:pt x="1159534" y="1544950"/>
                  </a:lnTo>
                  <a:lnTo>
                    <a:pt x="1112032" y="1531503"/>
                  </a:lnTo>
                  <a:lnTo>
                    <a:pt x="1066974" y="1515629"/>
                  </a:lnTo>
                  <a:lnTo>
                    <a:pt x="1023287" y="1497073"/>
                  </a:lnTo>
                  <a:lnTo>
                    <a:pt x="980993" y="1475958"/>
                  </a:lnTo>
                  <a:lnTo>
                    <a:pt x="940111" y="1452406"/>
                  </a:lnTo>
                  <a:lnTo>
                    <a:pt x="900664" y="1426542"/>
                  </a:lnTo>
                  <a:lnTo>
                    <a:pt x="862671" y="1398488"/>
                  </a:lnTo>
                  <a:lnTo>
                    <a:pt x="826155" y="1368367"/>
                  </a:lnTo>
                  <a:lnTo>
                    <a:pt x="791135" y="1336301"/>
                  </a:lnTo>
                  <a:lnTo>
                    <a:pt x="757634" y="1302414"/>
                  </a:lnTo>
                  <a:lnTo>
                    <a:pt x="725671" y="1266828"/>
                  </a:lnTo>
                  <a:lnTo>
                    <a:pt x="695268" y="1229667"/>
                  </a:lnTo>
                  <a:lnTo>
                    <a:pt x="666446" y="1191053"/>
                  </a:lnTo>
                  <a:lnTo>
                    <a:pt x="639226" y="1151109"/>
                  </a:lnTo>
                  <a:lnTo>
                    <a:pt x="613629" y="1109959"/>
                  </a:lnTo>
                  <a:lnTo>
                    <a:pt x="589676" y="1067725"/>
                  </a:lnTo>
                  <a:lnTo>
                    <a:pt x="567387" y="1024530"/>
                  </a:lnTo>
                  <a:lnTo>
                    <a:pt x="546785" y="980497"/>
                  </a:lnTo>
                  <a:lnTo>
                    <a:pt x="527889" y="935749"/>
                  </a:lnTo>
                  <a:lnTo>
                    <a:pt x="510720" y="890409"/>
                  </a:lnTo>
                  <a:lnTo>
                    <a:pt x="495301" y="844599"/>
                  </a:lnTo>
                  <a:lnTo>
                    <a:pt x="481651" y="798443"/>
                  </a:lnTo>
                  <a:lnTo>
                    <a:pt x="469397" y="750888"/>
                  </a:lnTo>
                  <a:lnTo>
                    <a:pt x="458626" y="703027"/>
                  </a:lnTo>
                  <a:lnTo>
                    <a:pt x="449263" y="654896"/>
                  </a:lnTo>
                  <a:lnTo>
                    <a:pt x="441231" y="606530"/>
                  </a:lnTo>
                  <a:lnTo>
                    <a:pt x="434455" y="557963"/>
                  </a:lnTo>
                  <a:lnTo>
                    <a:pt x="428859" y="509233"/>
                  </a:lnTo>
                  <a:lnTo>
                    <a:pt x="424366" y="460373"/>
                  </a:lnTo>
                  <a:lnTo>
                    <a:pt x="420902" y="411420"/>
                  </a:lnTo>
                  <a:lnTo>
                    <a:pt x="418389" y="362409"/>
                  </a:lnTo>
                  <a:lnTo>
                    <a:pt x="416753" y="313375"/>
                  </a:lnTo>
                  <a:lnTo>
                    <a:pt x="415917" y="264353"/>
                  </a:lnTo>
                  <a:lnTo>
                    <a:pt x="416201" y="223173"/>
                  </a:lnTo>
                  <a:lnTo>
                    <a:pt x="416208" y="179351"/>
                  </a:lnTo>
                  <a:lnTo>
                    <a:pt x="413675" y="135370"/>
                  </a:lnTo>
                  <a:lnTo>
                    <a:pt x="406337" y="93713"/>
                  </a:lnTo>
                  <a:lnTo>
                    <a:pt x="391931" y="56865"/>
                  </a:lnTo>
                  <a:lnTo>
                    <a:pt x="368191" y="27307"/>
                  </a:lnTo>
                  <a:lnTo>
                    <a:pt x="332853" y="7524"/>
                  </a:lnTo>
                  <a:close/>
                </a:path>
                <a:path w="2998470" h="3241675">
                  <a:moveTo>
                    <a:pt x="1650139" y="1610449"/>
                  </a:moveTo>
                  <a:lnTo>
                    <a:pt x="1601012" y="1602239"/>
                  </a:lnTo>
                  <a:lnTo>
                    <a:pt x="1551897" y="1595842"/>
                  </a:lnTo>
                  <a:lnTo>
                    <a:pt x="1502568" y="1590561"/>
                  </a:lnTo>
                  <a:lnTo>
                    <a:pt x="1354282" y="1576662"/>
                  </a:lnTo>
                  <a:lnTo>
                    <a:pt x="1305081" y="1571096"/>
                  </a:lnTo>
                  <a:lnTo>
                    <a:pt x="1256157" y="1564271"/>
                  </a:lnTo>
                  <a:lnTo>
                    <a:pt x="1207609" y="1555714"/>
                  </a:lnTo>
                  <a:lnTo>
                    <a:pt x="1874907" y="1686562"/>
                  </a:lnTo>
                  <a:lnTo>
                    <a:pt x="1841226" y="1669328"/>
                  </a:lnTo>
                  <a:lnTo>
                    <a:pt x="1795280" y="1650212"/>
                  </a:lnTo>
                  <a:lnTo>
                    <a:pt x="1748214" y="1634337"/>
                  </a:lnTo>
                  <a:lnTo>
                    <a:pt x="1748595" y="1634412"/>
                  </a:lnTo>
                  <a:lnTo>
                    <a:pt x="1699230" y="1621018"/>
                  </a:lnTo>
                  <a:lnTo>
                    <a:pt x="1650139" y="1610449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2925" y="9202369"/>
              <a:ext cx="5393690" cy="49530"/>
            </a:xfrm>
            <a:custGeom>
              <a:avLst/>
              <a:gdLst/>
              <a:ahLst/>
              <a:cxnLst/>
              <a:rect l="l" t="t" r="r" b="b"/>
              <a:pathLst>
                <a:path w="5393690" h="49529">
                  <a:moveTo>
                    <a:pt x="0" y="49403"/>
                  </a:moveTo>
                  <a:lnTo>
                    <a:pt x="5393385" y="0"/>
                  </a:lnTo>
                </a:path>
              </a:pathLst>
            </a:custGeom>
            <a:ln w="38100">
              <a:solidFill>
                <a:srgbClr val="A782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6757141" y="8569249"/>
            <a:ext cx="641350" cy="765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50" b="1" spc="-25" dirty="0">
                <a:solidFill>
                  <a:srgbClr val="331C2C"/>
                </a:solidFill>
                <a:latin typeface="Times New Roman"/>
                <a:cs typeface="Times New Roman"/>
              </a:rPr>
              <a:t>18</a:t>
            </a:r>
            <a:endParaRPr sz="4850">
              <a:latin typeface="Times New Roman"/>
              <a:cs typeface="Times New Roman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C52EE12-396F-952B-D364-B19797799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3422" y="3194209"/>
            <a:ext cx="5525271" cy="46774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3810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18288000" y="9188132"/>
                  </a:moveTo>
                  <a:lnTo>
                    <a:pt x="0" y="9188132"/>
                  </a:ln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9188132"/>
                  </a:lnTo>
                  <a:close/>
                </a:path>
                <a:path w="18288000" h="10287000">
                  <a:moveTo>
                    <a:pt x="18288000" y="0"/>
                  </a:moveTo>
                  <a:lnTo>
                    <a:pt x="0" y="0"/>
                  </a:lnTo>
                  <a:lnTo>
                    <a:pt x="0" y="3029267"/>
                  </a:lnTo>
                  <a:lnTo>
                    <a:pt x="18288000" y="3029267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ECDF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029267"/>
              <a:ext cx="18288000" cy="615886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189722"/>
              <a:ext cx="18287999" cy="1097275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0" y="9186265"/>
            <a:ext cx="18288000" cy="12700"/>
          </a:xfrm>
          <a:custGeom>
            <a:avLst/>
            <a:gdLst/>
            <a:ahLst/>
            <a:cxnLst/>
            <a:rect l="l" t="t" r="r" b="b"/>
            <a:pathLst>
              <a:path w="18288000" h="12700">
                <a:moveTo>
                  <a:pt x="0" y="12700"/>
                </a:moveTo>
                <a:lnTo>
                  <a:pt x="18288000" y="12700"/>
                </a:lnTo>
                <a:lnTo>
                  <a:pt x="182880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775453" y="3737610"/>
            <a:ext cx="8230870" cy="2004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950" spc="-595" dirty="0"/>
              <a:t>THANK</a:t>
            </a:r>
            <a:r>
              <a:rPr sz="12950" spc="-1175" dirty="0"/>
              <a:t> </a:t>
            </a:r>
            <a:r>
              <a:rPr sz="12950" spc="-1085" dirty="0"/>
              <a:t>YOU</a:t>
            </a:r>
            <a:endParaRPr sz="12950"/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2098040" cy="3265170"/>
          </a:xfrm>
          <a:custGeom>
            <a:avLst/>
            <a:gdLst/>
            <a:ahLst/>
            <a:cxnLst/>
            <a:rect l="l" t="t" r="r" b="b"/>
            <a:pathLst>
              <a:path w="2098040" h="3265170">
                <a:moveTo>
                  <a:pt x="2028583" y="2619387"/>
                </a:moveTo>
                <a:lnTo>
                  <a:pt x="2027212" y="2567127"/>
                </a:lnTo>
                <a:lnTo>
                  <a:pt x="2023833" y="2515044"/>
                </a:lnTo>
                <a:lnTo>
                  <a:pt x="2018969" y="2463508"/>
                </a:lnTo>
                <a:lnTo>
                  <a:pt x="2013140" y="2412377"/>
                </a:lnTo>
                <a:lnTo>
                  <a:pt x="2006511" y="2361336"/>
                </a:lnTo>
                <a:lnTo>
                  <a:pt x="1999094" y="2310422"/>
                </a:lnTo>
                <a:lnTo>
                  <a:pt x="1990902" y="2259622"/>
                </a:lnTo>
                <a:lnTo>
                  <a:pt x="1981911" y="2208949"/>
                </a:lnTo>
                <a:lnTo>
                  <a:pt x="1972144" y="2158428"/>
                </a:lnTo>
                <a:lnTo>
                  <a:pt x="1961603" y="2108060"/>
                </a:lnTo>
                <a:lnTo>
                  <a:pt x="1950275" y="2057869"/>
                </a:lnTo>
                <a:lnTo>
                  <a:pt x="1938172" y="2007857"/>
                </a:lnTo>
                <a:lnTo>
                  <a:pt x="1925307" y="1958022"/>
                </a:lnTo>
                <a:lnTo>
                  <a:pt x="1911680" y="1908403"/>
                </a:lnTo>
                <a:lnTo>
                  <a:pt x="1897278" y="1858987"/>
                </a:lnTo>
                <a:lnTo>
                  <a:pt x="1882114" y="1809813"/>
                </a:lnTo>
                <a:lnTo>
                  <a:pt x="1866188" y="1760867"/>
                </a:lnTo>
                <a:lnTo>
                  <a:pt x="1849513" y="1712163"/>
                </a:lnTo>
                <a:lnTo>
                  <a:pt x="1832178" y="1664017"/>
                </a:lnTo>
                <a:lnTo>
                  <a:pt x="1813420" y="1616100"/>
                </a:lnTo>
                <a:lnTo>
                  <a:pt x="1792922" y="1568894"/>
                </a:lnTo>
                <a:lnTo>
                  <a:pt x="1770367" y="1522818"/>
                </a:lnTo>
                <a:lnTo>
                  <a:pt x="1745411" y="1478318"/>
                </a:lnTo>
                <a:lnTo>
                  <a:pt x="1717751" y="1435836"/>
                </a:lnTo>
                <a:lnTo>
                  <a:pt x="1687029" y="1395818"/>
                </a:lnTo>
                <a:lnTo>
                  <a:pt x="1652955" y="1358696"/>
                </a:lnTo>
                <a:lnTo>
                  <a:pt x="1615173" y="1324927"/>
                </a:lnTo>
                <a:lnTo>
                  <a:pt x="1577378" y="1297279"/>
                </a:lnTo>
                <a:lnTo>
                  <a:pt x="1537716" y="1273441"/>
                </a:lnTo>
                <a:lnTo>
                  <a:pt x="1496428" y="1252969"/>
                </a:lnTo>
                <a:lnTo>
                  <a:pt x="1453680" y="1235430"/>
                </a:lnTo>
                <a:lnTo>
                  <a:pt x="1409700" y="1220393"/>
                </a:lnTo>
                <a:lnTo>
                  <a:pt x="1364678" y="1207414"/>
                </a:lnTo>
                <a:lnTo>
                  <a:pt x="1318818" y="1196060"/>
                </a:lnTo>
                <a:lnTo>
                  <a:pt x="1272311" y="1185875"/>
                </a:lnTo>
                <a:lnTo>
                  <a:pt x="1130998" y="1158062"/>
                </a:lnTo>
                <a:lnTo>
                  <a:pt x="1083970" y="1148232"/>
                </a:lnTo>
                <a:lnTo>
                  <a:pt x="1037297" y="1137399"/>
                </a:lnTo>
                <a:lnTo>
                  <a:pt x="991209" y="1125118"/>
                </a:lnTo>
                <a:lnTo>
                  <a:pt x="945896" y="1110957"/>
                </a:lnTo>
                <a:lnTo>
                  <a:pt x="901547" y="1094473"/>
                </a:lnTo>
                <a:lnTo>
                  <a:pt x="856322" y="1074318"/>
                </a:lnTo>
                <a:lnTo>
                  <a:pt x="812838" y="1051420"/>
                </a:lnTo>
                <a:lnTo>
                  <a:pt x="771067" y="1025918"/>
                </a:lnTo>
                <a:lnTo>
                  <a:pt x="730999" y="997978"/>
                </a:lnTo>
                <a:lnTo>
                  <a:pt x="692607" y="967714"/>
                </a:lnTo>
                <a:lnTo>
                  <a:pt x="655866" y="935316"/>
                </a:lnTo>
                <a:lnTo>
                  <a:pt x="620776" y="900887"/>
                </a:lnTo>
                <a:lnTo>
                  <a:pt x="587298" y="864616"/>
                </a:lnTo>
                <a:lnTo>
                  <a:pt x="555421" y="826617"/>
                </a:lnTo>
                <a:lnTo>
                  <a:pt x="525119" y="787057"/>
                </a:lnTo>
                <a:lnTo>
                  <a:pt x="496379" y="746086"/>
                </a:lnTo>
                <a:lnTo>
                  <a:pt x="469188" y="703834"/>
                </a:lnTo>
                <a:lnTo>
                  <a:pt x="443509" y="660450"/>
                </a:lnTo>
                <a:lnTo>
                  <a:pt x="419328" y="616102"/>
                </a:lnTo>
                <a:lnTo>
                  <a:pt x="396633" y="570915"/>
                </a:lnTo>
                <a:lnTo>
                  <a:pt x="375399" y="525043"/>
                </a:lnTo>
                <a:lnTo>
                  <a:pt x="355612" y="478650"/>
                </a:lnTo>
                <a:lnTo>
                  <a:pt x="337248" y="431863"/>
                </a:lnTo>
                <a:lnTo>
                  <a:pt x="320281" y="384822"/>
                </a:lnTo>
                <a:lnTo>
                  <a:pt x="304520" y="337591"/>
                </a:lnTo>
                <a:lnTo>
                  <a:pt x="289725" y="290068"/>
                </a:lnTo>
                <a:lnTo>
                  <a:pt x="275767" y="242277"/>
                </a:lnTo>
                <a:lnTo>
                  <a:pt x="262547" y="194271"/>
                </a:lnTo>
                <a:lnTo>
                  <a:pt x="249948" y="146062"/>
                </a:lnTo>
                <a:lnTo>
                  <a:pt x="237858" y="97713"/>
                </a:lnTo>
                <a:lnTo>
                  <a:pt x="226161" y="49237"/>
                </a:lnTo>
                <a:lnTo>
                  <a:pt x="214579" y="12"/>
                </a:lnTo>
                <a:lnTo>
                  <a:pt x="0" y="12"/>
                </a:lnTo>
                <a:lnTo>
                  <a:pt x="0" y="2161171"/>
                </a:lnTo>
                <a:lnTo>
                  <a:pt x="15875" y="2180132"/>
                </a:lnTo>
                <a:lnTo>
                  <a:pt x="46024" y="2217839"/>
                </a:lnTo>
                <a:lnTo>
                  <a:pt x="75514" y="2256320"/>
                </a:lnTo>
                <a:lnTo>
                  <a:pt x="104419" y="2295499"/>
                </a:lnTo>
                <a:lnTo>
                  <a:pt x="132778" y="2335276"/>
                </a:lnTo>
                <a:lnTo>
                  <a:pt x="160680" y="2375573"/>
                </a:lnTo>
                <a:lnTo>
                  <a:pt x="188201" y="2416327"/>
                </a:lnTo>
                <a:lnTo>
                  <a:pt x="215392" y="2457437"/>
                </a:lnTo>
                <a:lnTo>
                  <a:pt x="242328" y="2498826"/>
                </a:lnTo>
                <a:lnTo>
                  <a:pt x="269074" y="2540431"/>
                </a:lnTo>
                <a:lnTo>
                  <a:pt x="375577" y="2707182"/>
                </a:lnTo>
                <a:lnTo>
                  <a:pt x="402412" y="2748572"/>
                </a:lnTo>
                <a:lnTo>
                  <a:pt x="429475" y="2789656"/>
                </a:lnTo>
                <a:lnTo>
                  <a:pt x="456831" y="2830385"/>
                </a:lnTo>
                <a:lnTo>
                  <a:pt x="484555" y="2870657"/>
                </a:lnTo>
                <a:lnTo>
                  <a:pt x="512699" y="2910408"/>
                </a:lnTo>
                <a:lnTo>
                  <a:pt x="542239" y="2950451"/>
                </a:lnTo>
                <a:lnTo>
                  <a:pt x="573024" y="2989897"/>
                </a:lnTo>
                <a:lnTo>
                  <a:pt x="605167" y="3028315"/>
                </a:lnTo>
                <a:lnTo>
                  <a:pt x="638822" y="3065284"/>
                </a:lnTo>
                <a:lnTo>
                  <a:pt x="674090" y="3100349"/>
                </a:lnTo>
                <a:lnTo>
                  <a:pt x="711111" y="3133090"/>
                </a:lnTo>
                <a:lnTo>
                  <a:pt x="750011" y="3163074"/>
                </a:lnTo>
                <a:lnTo>
                  <a:pt x="790917" y="3189859"/>
                </a:lnTo>
                <a:lnTo>
                  <a:pt x="833970" y="3213023"/>
                </a:lnTo>
                <a:lnTo>
                  <a:pt x="879284" y="3232112"/>
                </a:lnTo>
                <a:lnTo>
                  <a:pt x="928319" y="3247098"/>
                </a:lnTo>
                <a:lnTo>
                  <a:pt x="978192" y="3257194"/>
                </a:lnTo>
                <a:lnTo>
                  <a:pt x="1028763" y="3262960"/>
                </a:lnTo>
                <a:lnTo>
                  <a:pt x="1079868" y="3264903"/>
                </a:lnTo>
                <a:lnTo>
                  <a:pt x="1131341" y="3263569"/>
                </a:lnTo>
                <a:lnTo>
                  <a:pt x="1183030" y="3259505"/>
                </a:lnTo>
                <a:lnTo>
                  <a:pt x="1234770" y="3253232"/>
                </a:lnTo>
                <a:lnTo>
                  <a:pt x="1286408" y="3245307"/>
                </a:lnTo>
                <a:lnTo>
                  <a:pt x="1337767" y="3236239"/>
                </a:lnTo>
                <a:lnTo>
                  <a:pt x="1436585" y="3217113"/>
                </a:lnTo>
                <a:lnTo>
                  <a:pt x="1484858" y="3206902"/>
                </a:lnTo>
                <a:lnTo>
                  <a:pt x="1533182" y="3195637"/>
                </a:lnTo>
                <a:lnTo>
                  <a:pt x="1581200" y="3183026"/>
                </a:lnTo>
                <a:lnTo>
                  <a:pt x="1628559" y="3168789"/>
                </a:lnTo>
                <a:lnTo>
                  <a:pt x="1674901" y="3152610"/>
                </a:lnTo>
                <a:lnTo>
                  <a:pt x="1719884" y="3134207"/>
                </a:lnTo>
                <a:lnTo>
                  <a:pt x="1763141" y="3113278"/>
                </a:lnTo>
                <a:lnTo>
                  <a:pt x="1804327" y="3089541"/>
                </a:lnTo>
                <a:lnTo>
                  <a:pt x="1843100" y="3062706"/>
                </a:lnTo>
                <a:lnTo>
                  <a:pt x="1879079" y="3032455"/>
                </a:lnTo>
                <a:lnTo>
                  <a:pt x="1911934" y="2998520"/>
                </a:lnTo>
                <a:lnTo>
                  <a:pt x="1941296" y="2960598"/>
                </a:lnTo>
                <a:lnTo>
                  <a:pt x="1967585" y="2916986"/>
                </a:lnTo>
                <a:lnTo>
                  <a:pt x="1988451" y="2871063"/>
                </a:lnTo>
                <a:lnTo>
                  <a:pt x="2004390" y="2823210"/>
                </a:lnTo>
                <a:lnTo>
                  <a:pt x="2015871" y="2773743"/>
                </a:lnTo>
                <a:lnTo>
                  <a:pt x="2023414" y="2723057"/>
                </a:lnTo>
                <a:lnTo>
                  <a:pt x="2027478" y="2671483"/>
                </a:lnTo>
                <a:lnTo>
                  <a:pt x="2028494" y="2623896"/>
                </a:lnTo>
                <a:lnTo>
                  <a:pt x="2028583" y="2619387"/>
                </a:lnTo>
                <a:close/>
              </a:path>
              <a:path w="2098040" h="3265170">
                <a:moveTo>
                  <a:pt x="2097989" y="567817"/>
                </a:moveTo>
                <a:lnTo>
                  <a:pt x="2094522" y="517461"/>
                </a:lnTo>
                <a:lnTo>
                  <a:pt x="2086508" y="467791"/>
                </a:lnTo>
                <a:lnTo>
                  <a:pt x="2074265" y="418973"/>
                </a:lnTo>
                <a:lnTo>
                  <a:pt x="2058123" y="371182"/>
                </a:lnTo>
                <a:lnTo>
                  <a:pt x="2038413" y="324586"/>
                </a:lnTo>
                <a:lnTo>
                  <a:pt x="2015439" y="279336"/>
                </a:lnTo>
                <a:lnTo>
                  <a:pt x="1960994" y="193560"/>
                </a:lnTo>
                <a:lnTo>
                  <a:pt x="1897405" y="114935"/>
                </a:lnTo>
                <a:lnTo>
                  <a:pt x="1827047" y="42722"/>
                </a:lnTo>
                <a:lnTo>
                  <a:pt x="1779828" y="0"/>
                </a:lnTo>
                <a:lnTo>
                  <a:pt x="529043" y="0"/>
                </a:lnTo>
                <a:lnTo>
                  <a:pt x="557898" y="89700"/>
                </a:lnTo>
                <a:lnTo>
                  <a:pt x="594194" y="178346"/>
                </a:lnTo>
                <a:lnTo>
                  <a:pt x="637057" y="263982"/>
                </a:lnTo>
                <a:lnTo>
                  <a:pt x="686117" y="346265"/>
                </a:lnTo>
                <a:lnTo>
                  <a:pt x="741019" y="424853"/>
                </a:lnTo>
                <a:lnTo>
                  <a:pt x="801370" y="499376"/>
                </a:lnTo>
                <a:lnTo>
                  <a:pt x="866813" y="569506"/>
                </a:lnTo>
                <a:lnTo>
                  <a:pt x="936955" y="634898"/>
                </a:lnTo>
                <a:lnTo>
                  <a:pt x="1011453" y="695185"/>
                </a:lnTo>
                <a:lnTo>
                  <a:pt x="1089926" y="750023"/>
                </a:lnTo>
                <a:lnTo>
                  <a:pt x="1171994" y="799071"/>
                </a:lnTo>
                <a:lnTo>
                  <a:pt x="1257287" y="841971"/>
                </a:lnTo>
                <a:lnTo>
                  <a:pt x="1345438" y="878382"/>
                </a:lnTo>
                <a:lnTo>
                  <a:pt x="1436077" y="907961"/>
                </a:lnTo>
                <a:lnTo>
                  <a:pt x="1528826" y="930351"/>
                </a:lnTo>
                <a:lnTo>
                  <a:pt x="1623326" y="945197"/>
                </a:lnTo>
                <a:lnTo>
                  <a:pt x="1724418" y="951039"/>
                </a:lnTo>
                <a:lnTo>
                  <a:pt x="1774977" y="948550"/>
                </a:lnTo>
                <a:lnTo>
                  <a:pt x="1824545" y="941387"/>
                </a:lnTo>
                <a:lnTo>
                  <a:pt x="1872411" y="928763"/>
                </a:lnTo>
                <a:lnTo>
                  <a:pt x="1917814" y="909866"/>
                </a:lnTo>
                <a:lnTo>
                  <a:pt x="1960041" y="883907"/>
                </a:lnTo>
                <a:lnTo>
                  <a:pt x="1998141" y="850506"/>
                </a:lnTo>
                <a:lnTo>
                  <a:pt x="2029917" y="811364"/>
                </a:lnTo>
                <a:lnTo>
                  <a:pt x="2055482" y="767588"/>
                </a:lnTo>
                <a:lnTo>
                  <a:pt x="2074951" y="720242"/>
                </a:lnTo>
                <a:lnTo>
                  <a:pt x="2088451" y="670445"/>
                </a:lnTo>
                <a:lnTo>
                  <a:pt x="2096084" y="619277"/>
                </a:lnTo>
                <a:lnTo>
                  <a:pt x="2097989" y="567817"/>
                </a:lnTo>
                <a:close/>
              </a:path>
            </a:pathLst>
          </a:custGeom>
          <a:solidFill>
            <a:srgbClr val="3E2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0" y="-2"/>
            <a:ext cx="18288000" cy="10287635"/>
            <a:chOff x="0" y="-2"/>
            <a:chExt cx="18288000" cy="10287635"/>
          </a:xfrm>
        </p:grpSpPr>
        <p:sp>
          <p:nvSpPr>
            <p:cNvPr id="10" name="object 10"/>
            <p:cNvSpPr/>
            <p:nvPr/>
          </p:nvSpPr>
          <p:spPr>
            <a:xfrm>
              <a:off x="0" y="0"/>
              <a:ext cx="18288000" cy="10287635"/>
            </a:xfrm>
            <a:custGeom>
              <a:avLst/>
              <a:gdLst/>
              <a:ahLst/>
              <a:cxnLst/>
              <a:rect l="l" t="t" r="r" b="b"/>
              <a:pathLst>
                <a:path w="18288000" h="10287635">
                  <a:moveTo>
                    <a:pt x="4303103" y="10287013"/>
                  </a:moveTo>
                  <a:lnTo>
                    <a:pt x="4266997" y="10209555"/>
                  </a:lnTo>
                  <a:lnTo>
                    <a:pt x="4243273" y="10165728"/>
                  </a:lnTo>
                  <a:lnTo>
                    <a:pt x="4217695" y="10123145"/>
                  </a:lnTo>
                  <a:lnTo>
                    <a:pt x="4190276" y="10081920"/>
                  </a:lnTo>
                  <a:lnTo>
                    <a:pt x="4161002" y="10042195"/>
                  </a:lnTo>
                  <a:lnTo>
                    <a:pt x="4129862" y="10004095"/>
                  </a:lnTo>
                  <a:lnTo>
                    <a:pt x="4096867" y="9967760"/>
                  </a:lnTo>
                  <a:lnTo>
                    <a:pt x="4061980" y="9933330"/>
                  </a:lnTo>
                  <a:lnTo>
                    <a:pt x="4025227" y="9900907"/>
                  </a:lnTo>
                  <a:lnTo>
                    <a:pt x="3986580" y="9870643"/>
                  </a:lnTo>
                  <a:lnTo>
                    <a:pt x="3946042" y="9842678"/>
                  </a:lnTo>
                  <a:lnTo>
                    <a:pt x="3903611" y="9817125"/>
                  </a:lnTo>
                  <a:lnTo>
                    <a:pt x="3858691" y="9793643"/>
                  </a:lnTo>
                  <a:lnTo>
                    <a:pt x="3812692" y="9772726"/>
                  </a:lnTo>
                  <a:lnTo>
                    <a:pt x="3765778" y="9753956"/>
                  </a:lnTo>
                  <a:lnTo>
                    <a:pt x="3718128" y="9736899"/>
                  </a:lnTo>
                  <a:lnTo>
                    <a:pt x="3669931" y="9721126"/>
                  </a:lnTo>
                  <a:lnTo>
                    <a:pt x="3475075" y="9662312"/>
                  </a:lnTo>
                  <a:lnTo>
                    <a:pt x="3426739" y="9646539"/>
                  </a:lnTo>
                  <a:lnTo>
                    <a:pt x="3378898" y="9629470"/>
                  </a:lnTo>
                  <a:lnTo>
                    <a:pt x="3331730" y="9610700"/>
                  </a:lnTo>
                  <a:lnTo>
                    <a:pt x="3287014" y="9590595"/>
                  </a:lnTo>
                  <a:lnTo>
                    <a:pt x="3243338" y="9568447"/>
                  </a:lnTo>
                  <a:lnTo>
                    <a:pt x="3200743" y="9544317"/>
                  </a:lnTo>
                  <a:lnTo>
                    <a:pt x="3159302" y="9518307"/>
                  </a:lnTo>
                  <a:lnTo>
                    <a:pt x="3119069" y="9490469"/>
                  </a:lnTo>
                  <a:lnTo>
                    <a:pt x="3080080" y="9460890"/>
                  </a:lnTo>
                  <a:lnTo>
                    <a:pt x="3042412" y="9429636"/>
                  </a:lnTo>
                  <a:lnTo>
                    <a:pt x="3006102" y="9396768"/>
                  </a:lnTo>
                  <a:lnTo>
                    <a:pt x="2971203" y="9362389"/>
                  </a:lnTo>
                  <a:lnTo>
                    <a:pt x="2937789" y="9326550"/>
                  </a:lnTo>
                  <a:lnTo>
                    <a:pt x="2905912" y="9289313"/>
                  </a:lnTo>
                  <a:lnTo>
                    <a:pt x="2875610" y="9250782"/>
                  </a:lnTo>
                  <a:lnTo>
                    <a:pt x="2846946" y="9211018"/>
                  </a:lnTo>
                  <a:lnTo>
                    <a:pt x="2819984" y="9170086"/>
                  </a:lnTo>
                  <a:lnTo>
                    <a:pt x="2794762" y="9128061"/>
                  </a:lnTo>
                  <a:lnTo>
                    <a:pt x="2771343" y="9085034"/>
                  </a:lnTo>
                  <a:lnTo>
                    <a:pt x="2749791" y="9041054"/>
                  </a:lnTo>
                  <a:lnTo>
                    <a:pt x="2730144" y="8996210"/>
                  </a:lnTo>
                  <a:lnTo>
                    <a:pt x="2712466" y="8950566"/>
                  </a:lnTo>
                  <a:lnTo>
                    <a:pt x="2696819" y="8904199"/>
                  </a:lnTo>
                  <a:lnTo>
                    <a:pt x="2683243" y="8857183"/>
                  </a:lnTo>
                  <a:lnTo>
                    <a:pt x="2671800" y="8809584"/>
                  </a:lnTo>
                  <a:lnTo>
                    <a:pt x="2662542" y="8761489"/>
                  </a:lnTo>
                  <a:lnTo>
                    <a:pt x="2655532" y="8712975"/>
                  </a:lnTo>
                  <a:lnTo>
                    <a:pt x="2650718" y="8665769"/>
                  </a:lnTo>
                  <a:lnTo>
                    <a:pt x="2647531" y="8618144"/>
                  </a:lnTo>
                  <a:lnTo>
                    <a:pt x="2645727" y="8570163"/>
                  </a:lnTo>
                  <a:lnTo>
                    <a:pt x="2645054" y="8521903"/>
                  </a:lnTo>
                  <a:lnTo>
                    <a:pt x="2645232" y="8473453"/>
                  </a:lnTo>
                  <a:lnTo>
                    <a:pt x="2646032" y="8424888"/>
                  </a:lnTo>
                  <a:lnTo>
                    <a:pt x="2647175" y="8376285"/>
                  </a:lnTo>
                  <a:lnTo>
                    <a:pt x="2648420" y="8327707"/>
                  </a:lnTo>
                  <a:lnTo>
                    <a:pt x="2649499" y="8279244"/>
                  </a:lnTo>
                  <a:lnTo>
                    <a:pt x="2650159" y="8230984"/>
                  </a:lnTo>
                  <a:lnTo>
                    <a:pt x="2650159" y="8182978"/>
                  </a:lnTo>
                  <a:lnTo>
                    <a:pt x="2649220" y="8135328"/>
                  </a:lnTo>
                  <a:lnTo>
                    <a:pt x="2647099" y="8088096"/>
                  </a:lnTo>
                  <a:lnTo>
                    <a:pt x="2643543" y="8041360"/>
                  </a:lnTo>
                  <a:lnTo>
                    <a:pt x="2638285" y="7995209"/>
                  </a:lnTo>
                  <a:lnTo>
                    <a:pt x="2631071" y="7949705"/>
                  </a:lnTo>
                  <a:lnTo>
                    <a:pt x="2621648" y="7904937"/>
                  </a:lnTo>
                  <a:lnTo>
                    <a:pt x="2609761" y="7860982"/>
                  </a:lnTo>
                  <a:lnTo>
                    <a:pt x="2595143" y="7817917"/>
                  </a:lnTo>
                  <a:lnTo>
                    <a:pt x="2577554" y="7775803"/>
                  </a:lnTo>
                  <a:lnTo>
                    <a:pt x="2556726" y="7734744"/>
                  </a:lnTo>
                  <a:lnTo>
                    <a:pt x="2532405" y="7694790"/>
                  </a:lnTo>
                  <a:lnTo>
                    <a:pt x="2504008" y="7655839"/>
                  </a:lnTo>
                  <a:lnTo>
                    <a:pt x="2472753" y="7619708"/>
                  </a:lnTo>
                  <a:lnTo>
                    <a:pt x="2438882" y="7586269"/>
                  </a:lnTo>
                  <a:lnTo>
                    <a:pt x="2402598" y="7555458"/>
                  </a:lnTo>
                  <a:lnTo>
                    <a:pt x="2364130" y="7527150"/>
                  </a:lnTo>
                  <a:lnTo>
                    <a:pt x="2323719" y="7501255"/>
                  </a:lnTo>
                  <a:lnTo>
                    <a:pt x="2281567" y="7477658"/>
                  </a:lnTo>
                  <a:lnTo>
                    <a:pt x="2237905" y="7456259"/>
                  </a:lnTo>
                  <a:lnTo>
                    <a:pt x="2192947" y="7436967"/>
                  </a:lnTo>
                  <a:lnTo>
                    <a:pt x="2146935" y="7419683"/>
                  </a:lnTo>
                  <a:lnTo>
                    <a:pt x="2100084" y="7404290"/>
                  </a:lnTo>
                  <a:lnTo>
                    <a:pt x="2052612" y="7390689"/>
                  </a:lnTo>
                  <a:lnTo>
                    <a:pt x="2004745" y="7378789"/>
                  </a:lnTo>
                  <a:lnTo>
                    <a:pt x="1956701" y="7368489"/>
                  </a:lnTo>
                  <a:lnTo>
                    <a:pt x="1908708" y="7359675"/>
                  </a:lnTo>
                  <a:lnTo>
                    <a:pt x="1857286" y="7351535"/>
                  </a:lnTo>
                  <a:lnTo>
                    <a:pt x="1804885" y="7344245"/>
                  </a:lnTo>
                  <a:lnTo>
                    <a:pt x="1546504" y="7313523"/>
                  </a:lnTo>
                  <a:lnTo>
                    <a:pt x="1494878" y="7306615"/>
                  </a:lnTo>
                  <a:lnTo>
                    <a:pt x="1443469" y="7298868"/>
                  </a:lnTo>
                  <a:lnTo>
                    <a:pt x="1392313" y="7290028"/>
                  </a:lnTo>
                  <a:lnTo>
                    <a:pt x="1341488" y="7279856"/>
                  </a:lnTo>
                  <a:lnTo>
                    <a:pt x="1291056" y="7268070"/>
                  </a:lnTo>
                  <a:lnTo>
                    <a:pt x="1241056" y="7254443"/>
                  </a:lnTo>
                  <a:lnTo>
                    <a:pt x="1191552" y="7238708"/>
                  </a:lnTo>
                  <a:lnTo>
                    <a:pt x="1145298" y="7221677"/>
                  </a:lnTo>
                  <a:lnTo>
                    <a:pt x="1100074" y="7202716"/>
                  </a:lnTo>
                  <a:lnTo>
                    <a:pt x="1055890" y="7181888"/>
                  </a:lnTo>
                  <a:lnTo>
                    <a:pt x="1012761" y="7159231"/>
                  </a:lnTo>
                  <a:lnTo>
                    <a:pt x="970673" y="7134834"/>
                  </a:lnTo>
                  <a:lnTo>
                    <a:pt x="929665" y="7108749"/>
                  </a:lnTo>
                  <a:lnTo>
                    <a:pt x="889736" y="7081037"/>
                  </a:lnTo>
                  <a:lnTo>
                    <a:pt x="850887" y="7051764"/>
                  </a:lnTo>
                  <a:lnTo>
                    <a:pt x="813130" y="7020979"/>
                  </a:lnTo>
                  <a:lnTo>
                    <a:pt x="776478" y="6988759"/>
                  </a:lnTo>
                  <a:lnTo>
                    <a:pt x="740930" y="6955168"/>
                  </a:lnTo>
                  <a:lnTo>
                    <a:pt x="706513" y="6920255"/>
                  </a:lnTo>
                  <a:lnTo>
                    <a:pt x="673227" y="6884098"/>
                  </a:lnTo>
                  <a:lnTo>
                    <a:pt x="641070" y="6846748"/>
                  </a:lnTo>
                  <a:lnTo>
                    <a:pt x="610082" y="6808267"/>
                  </a:lnTo>
                  <a:lnTo>
                    <a:pt x="580237" y="6768732"/>
                  </a:lnTo>
                  <a:lnTo>
                    <a:pt x="551561" y="6728180"/>
                  </a:lnTo>
                  <a:lnTo>
                    <a:pt x="524065" y="6686690"/>
                  </a:lnTo>
                  <a:lnTo>
                    <a:pt x="497751" y="6644322"/>
                  </a:lnTo>
                  <a:lnTo>
                    <a:pt x="472630" y="6601142"/>
                  </a:lnTo>
                  <a:lnTo>
                    <a:pt x="448716" y="6557213"/>
                  </a:lnTo>
                  <a:lnTo>
                    <a:pt x="426008" y="6512585"/>
                  </a:lnTo>
                  <a:lnTo>
                    <a:pt x="404533" y="6467322"/>
                  </a:lnTo>
                  <a:lnTo>
                    <a:pt x="384289" y="6421501"/>
                  </a:lnTo>
                  <a:lnTo>
                    <a:pt x="365277" y="6375184"/>
                  </a:lnTo>
                  <a:lnTo>
                    <a:pt x="347522" y="6328410"/>
                  </a:lnTo>
                  <a:lnTo>
                    <a:pt x="331012" y="6281255"/>
                  </a:lnTo>
                  <a:lnTo>
                    <a:pt x="315785" y="6233795"/>
                  </a:lnTo>
                  <a:lnTo>
                    <a:pt x="301828" y="6186068"/>
                  </a:lnTo>
                  <a:lnTo>
                    <a:pt x="289153" y="6138151"/>
                  </a:lnTo>
                  <a:lnTo>
                    <a:pt x="277647" y="6089789"/>
                  </a:lnTo>
                  <a:lnTo>
                    <a:pt x="267195" y="6041237"/>
                  </a:lnTo>
                  <a:lnTo>
                    <a:pt x="257746" y="5992507"/>
                  </a:lnTo>
                  <a:lnTo>
                    <a:pt x="249288" y="5943600"/>
                  </a:lnTo>
                  <a:lnTo>
                    <a:pt x="241769" y="5894552"/>
                  </a:lnTo>
                  <a:lnTo>
                    <a:pt x="235165" y="5845378"/>
                  </a:lnTo>
                  <a:lnTo>
                    <a:pt x="229425" y="5796089"/>
                  </a:lnTo>
                  <a:lnTo>
                    <a:pt x="224510" y="5746686"/>
                  </a:lnTo>
                  <a:lnTo>
                    <a:pt x="220408" y="5697220"/>
                  </a:lnTo>
                  <a:lnTo>
                    <a:pt x="217055" y="5647664"/>
                  </a:lnTo>
                  <a:lnTo>
                    <a:pt x="214426" y="5598071"/>
                  </a:lnTo>
                  <a:lnTo>
                    <a:pt x="212483" y="5548439"/>
                  </a:lnTo>
                  <a:lnTo>
                    <a:pt x="211188" y="5498795"/>
                  </a:lnTo>
                  <a:lnTo>
                    <a:pt x="210515" y="5449138"/>
                  </a:lnTo>
                  <a:lnTo>
                    <a:pt x="210413" y="5399506"/>
                  </a:lnTo>
                  <a:lnTo>
                    <a:pt x="210858" y="5349887"/>
                  </a:lnTo>
                  <a:lnTo>
                    <a:pt x="211950" y="5310111"/>
                  </a:lnTo>
                  <a:lnTo>
                    <a:pt x="213410" y="5268061"/>
                  </a:lnTo>
                  <a:lnTo>
                    <a:pt x="214210" y="5224805"/>
                  </a:lnTo>
                  <a:lnTo>
                    <a:pt x="213372" y="5181422"/>
                  </a:lnTo>
                  <a:lnTo>
                    <a:pt x="209854" y="5138940"/>
                  </a:lnTo>
                  <a:lnTo>
                    <a:pt x="202641" y="5098440"/>
                  </a:lnTo>
                  <a:lnTo>
                    <a:pt x="190741" y="5060975"/>
                  </a:lnTo>
                  <a:lnTo>
                    <a:pt x="148805" y="4999393"/>
                  </a:lnTo>
                  <a:lnTo>
                    <a:pt x="116725" y="4977396"/>
                  </a:lnTo>
                  <a:lnTo>
                    <a:pt x="75907" y="4962677"/>
                  </a:lnTo>
                  <a:lnTo>
                    <a:pt x="25336" y="4956289"/>
                  </a:lnTo>
                  <a:lnTo>
                    <a:pt x="0" y="4958372"/>
                  </a:lnTo>
                  <a:lnTo>
                    <a:pt x="0" y="10287000"/>
                  </a:lnTo>
                  <a:lnTo>
                    <a:pt x="4303103" y="10287013"/>
                  </a:lnTo>
                  <a:close/>
                </a:path>
                <a:path w="18288000" h="10287635">
                  <a:moveTo>
                    <a:pt x="18287988" y="12"/>
                  </a:moveTo>
                  <a:lnTo>
                    <a:pt x="12752502" y="0"/>
                  </a:lnTo>
                  <a:lnTo>
                    <a:pt x="12756325" y="16383"/>
                  </a:lnTo>
                  <a:lnTo>
                    <a:pt x="12768733" y="64236"/>
                  </a:lnTo>
                  <a:lnTo>
                    <a:pt x="12782423" y="111772"/>
                  </a:lnTo>
                  <a:lnTo>
                    <a:pt x="12797447" y="158953"/>
                  </a:lnTo>
                  <a:lnTo>
                    <a:pt x="12813894" y="205740"/>
                  </a:lnTo>
                  <a:lnTo>
                    <a:pt x="12831940" y="252183"/>
                  </a:lnTo>
                  <a:lnTo>
                    <a:pt x="12851727" y="298119"/>
                  </a:lnTo>
                  <a:lnTo>
                    <a:pt x="12873228" y="343408"/>
                  </a:lnTo>
                  <a:lnTo>
                    <a:pt x="12896418" y="387934"/>
                  </a:lnTo>
                  <a:lnTo>
                    <a:pt x="12921285" y="431546"/>
                  </a:lnTo>
                  <a:lnTo>
                    <a:pt x="12947815" y="474141"/>
                  </a:lnTo>
                  <a:lnTo>
                    <a:pt x="12975984" y="515556"/>
                  </a:lnTo>
                  <a:lnTo>
                    <a:pt x="13005778" y="555688"/>
                  </a:lnTo>
                  <a:lnTo>
                    <a:pt x="13037160" y="594398"/>
                  </a:lnTo>
                  <a:lnTo>
                    <a:pt x="13070142" y="631545"/>
                  </a:lnTo>
                  <a:lnTo>
                    <a:pt x="13104686" y="667016"/>
                  </a:lnTo>
                  <a:lnTo>
                    <a:pt x="13140766" y="700671"/>
                  </a:lnTo>
                  <a:lnTo>
                    <a:pt x="13178396" y="732383"/>
                  </a:lnTo>
                  <a:lnTo>
                    <a:pt x="13217525" y="762025"/>
                  </a:lnTo>
                  <a:lnTo>
                    <a:pt x="13258140" y="789444"/>
                  </a:lnTo>
                  <a:lnTo>
                    <a:pt x="13300240" y="814539"/>
                  </a:lnTo>
                  <a:lnTo>
                    <a:pt x="13343801" y="837171"/>
                  </a:lnTo>
                  <a:lnTo>
                    <a:pt x="13388797" y="857199"/>
                  </a:lnTo>
                  <a:lnTo>
                    <a:pt x="13435203" y="874509"/>
                  </a:lnTo>
                  <a:lnTo>
                    <a:pt x="13483679" y="889317"/>
                  </a:lnTo>
                  <a:lnTo>
                    <a:pt x="13532752" y="901407"/>
                  </a:lnTo>
                  <a:lnTo>
                    <a:pt x="13582320" y="911212"/>
                  </a:lnTo>
                  <a:lnTo>
                    <a:pt x="13632294" y="919213"/>
                  </a:lnTo>
                  <a:lnTo>
                    <a:pt x="13682574" y="925842"/>
                  </a:lnTo>
                  <a:lnTo>
                    <a:pt x="13884923" y="947775"/>
                  </a:lnTo>
                  <a:lnTo>
                    <a:pt x="13935342" y="954379"/>
                  </a:lnTo>
                  <a:lnTo>
                    <a:pt x="13985507" y="962329"/>
                  </a:lnTo>
                  <a:lnTo>
                    <a:pt x="14035329" y="972108"/>
                  </a:lnTo>
                  <a:lnTo>
                    <a:pt x="14082979" y="983640"/>
                  </a:lnTo>
                  <a:lnTo>
                    <a:pt x="14129982" y="997369"/>
                  </a:lnTo>
                  <a:lnTo>
                    <a:pt x="14176286" y="1013231"/>
                  </a:lnTo>
                  <a:lnTo>
                    <a:pt x="14221816" y="1031176"/>
                  </a:lnTo>
                  <a:lnTo>
                    <a:pt x="14266494" y="1051115"/>
                  </a:lnTo>
                  <a:lnTo>
                    <a:pt x="14310259" y="1073023"/>
                  </a:lnTo>
                  <a:lnTo>
                    <a:pt x="14353045" y="1096810"/>
                  </a:lnTo>
                  <a:lnTo>
                    <a:pt x="14394777" y="1122413"/>
                  </a:lnTo>
                  <a:lnTo>
                    <a:pt x="14435404" y="1149794"/>
                  </a:lnTo>
                  <a:lnTo>
                    <a:pt x="14474851" y="1178877"/>
                  </a:lnTo>
                  <a:lnTo>
                    <a:pt x="14513039" y="1209586"/>
                  </a:lnTo>
                  <a:lnTo>
                    <a:pt x="14549920" y="1241882"/>
                  </a:lnTo>
                  <a:lnTo>
                    <a:pt x="14585417" y="1275702"/>
                  </a:lnTo>
                  <a:lnTo>
                    <a:pt x="14619453" y="1310957"/>
                  </a:lnTo>
                  <a:lnTo>
                    <a:pt x="14651977" y="1347622"/>
                  </a:lnTo>
                  <a:lnTo>
                    <a:pt x="14682927" y="1385608"/>
                  </a:lnTo>
                  <a:lnTo>
                    <a:pt x="14712214" y="1424863"/>
                  </a:lnTo>
                  <a:lnTo>
                    <a:pt x="14739773" y="1465326"/>
                  </a:lnTo>
                  <a:lnTo>
                    <a:pt x="14765554" y="1506943"/>
                  </a:lnTo>
                  <a:lnTo>
                    <a:pt x="14789480" y="1549628"/>
                  </a:lnTo>
                  <a:lnTo>
                    <a:pt x="14811477" y="1593342"/>
                  </a:lnTo>
                  <a:lnTo>
                    <a:pt x="14831492" y="1638007"/>
                  </a:lnTo>
                  <a:lnTo>
                    <a:pt x="14849437" y="1683575"/>
                  </a:lnTo>
                  <a:lnTo>
                    <a:pt x="14865274" y="1729981"/>
                  </a:lnTo>
                  <a:lnTo>
                    <a:pt x="14878698" y="1775498"/>
                  </a:lnTo>
                  <a:lnTo>
                    <a:pt x="14890585" y="1821726"/>
                  </a:lnTo>
                  <a:lnTo>
                    <a:pt x="14901190" y="1868551"/>
                  </a:lnTo>
                  <a:lnTo>
                    <a:pt x="14910740" y="1915845"/>
                  </a:lnTo>
                  <a:lnTo>
                    <a:pt x="14919490" y="1963508"/>
                  </a:lnTo>
                  <a:lnTo>
                    <a:pt x="14927644" y="2011387"/>
                  </a:lnTo>
                  <a:lnTo>
                    <a:pt x="14935467" y="2059381"/>
                  </a:lnTo>
                  <a:lnTo>
                    <a:pt x="14943201" y="2107349"/>
                  </a:lnTo>
                  <a:lnTo>
                    <a:pt x="14951050" y="2155177"/>
                  </a:lnTo>
                  <a:lnTo>
                    <a:pt x="14959292" y="2202751"/>
                  </a:lnTo>
                  <a:lnTo>
                    <a:pt x="14968131" y="2249919"/>
                  </a:lnTo>
                  <a:lnTo>
                    <a:pt x="14977821" y="2296591"/>
                  </a:lnTo>
                  <a:lnTo>
                    <a:pt x="14988604" y="2342629"/>
                  </a:lnTo>
                  <a:lnTo>
                    <a:pt x="15000720" y="2387904"/>
                  </a:lnTo>
                  <a:lnTo>
                    <a:pt x="15014385" y="2432304"/>
                  </a:lnTo>
                  <a:lnTo>
                    <a:pt x="15029853" y="2475700"/>
                  </a:lnTo>
                  <a:lnTo>
                    <a:pt x="15047354" y="2517965"/>
                  </a:lnTo>
                  <a:lnTo>
                    <a:pt x="15067141" y="2558973"/>
                  </a:lnTo>
                  <a:lnTo>
                    <a:pt x="15089429" y="2598623"/>
                  </a:lnTo>
                  <a:lnTo>
                    <a:pt x="15114473" y="2636774"/>
                  </a:lnTo>
                  <a:lnTo>
                    <a:pt x="15142502" y="2673299"/>
                  </a:lnTo>
                  <a:lnTo>
                    <a:pt x="15173757" y="2708084"/>
                  </a:lnTo>
                  <a:lnTo>
                    <a:pt x="15208847" y="2741142"/>
                  </a:lnTo>
                  <a:lnTo>
                    <a:pt x="15246223" y="2770911"/>
                  </a:lnTo>
                  <a:lnTo>
                    <a:pt x="15285669" y="2797530"/>
                  </a:lnTo>
                  <a:lnTo>
                    <a:pt x="15327008" y="2821140"/>
                  </a:lnTo>
                  <a:lnTo>
                    <a:pt x="15370023" y="2841879"/>
                  </a:lnTo>
                  <a:lnTo>
                    <a:pt x="15414524" y="2859900"/>
                  </a:lnTo>
                  <a:lnTo>
                    <a:pt x="15429814" y="2865043"/>
                  </a:lnTo>
                  <a:lnTo>
                    <a:pt x="15460294" y="2875330"/>
                  </a:lnTo>
                  <a:lnTo>
                    <a:pt x="15507157" y="2888310"/>
                  </a:lnTo>
                  <a:lnTo>
                    <a:pt x="15554884" y="2899003"/>
                  </a:lnTo>
                  <a:lnTo>
                    <a:pt x="15603296" y="2907525"/>
                  </a:lnTo>
                  <a:lnTo>
                    <a:pt x="15652191" y="2914027"/>
                  </a:lnTo>
                  <a:lnTo>
                    <a:pt x="15701353" y="2918637"/>
                  </a:lnTo>
                  <a:lnTo>
                    <a:pt x="15750591" y="2921533"/>
                  </a:lnTo>
                  <a:lnTo>
                    <a:pt x="15799715" y="2922816"/>
                  </a:lnTo>
                  <a:lnTo>
                    <a:pt x="15848495" y="2922638"/>
                  </a:lnTo>
                  <a:lnTo>
                    <a:pt x="15900553" y="2921165"/>
                  </a:lnTo>
                  <a:lnTo>
                    <a:pt x="15953524" y="2918688"/>
                  </a:lnTo>
                  <a:lnTo>
                    <a:pt x="16213023" y="2901315"/>
                  </a:lnTo>
                  <a:lnTo>
                    <a:pt x="16265030" y="2898597"/>
                  </a:lnTo>
                  <a:lnTo>
                    <a:pt x="16316998" y="2896743"/>
                  </a:lnTo>
                  <a:lnTo>
                    <a:pt x="16368891" y="2896019"/>
                  </a:lnTo>
                  <a:lnTo>
                    <a:pt x="16420719" y="2896666"/>
                  </a:lnTo>
                  <a:lnTo>
                    <a:pt x="16472472" y="2898952"/>
                  </a:lnTo>
                  <a:lnTo>
                    <a:pt x="16524123" y="2903143"/>
                  </a:lnTo>
                  <a:lnTo>
                    <a:pt x="16575685" y="2909493"/>
                  </a:lnTo>
                  <a:lnTo>
                    <a:pt x="16624275" y="2917710"/>
                  </a:lnTo>
                  <a:lnTo>
                    <a:pt x="16672217" y="2928023"/>
                  </a:lnTo>
                  <a:lnTo>
                    <a:pt x="16719487" y="2940367"/>
                  </a:lnTo>
                  <a:lnTo>
                    <a:pt x="16766045" y="2954693"/>
                  </a:lnTo>
                  <a:lnTo>
                    <a:pt x="16811905" y="2970923"/>
                  </a:lnTo>
                  <a:lnTo>
                    <a:pt x="16857015" y="2989008"/>
                  </a:lnTo>
                  <a:lnTo>
                    <a:pt x="16901376" y="3008896"/>
                  </a:lnTo>
                  <a:lnTo>
                    <a:pt x="16944950" y="3030524"/>
                  </a:lnTo>
                  <a:lnTo>
                    <a:pt x="16987724" y="3053829"/>
                  </a:lnTo>
                  <a:lnTo>
                    <a:pt x="17029684" y="3078746"/>
                  </a:lnTo>
                  <a:lnTo>
                    <a:pt x="17070807" y="3105213"/>
                  </a:lnTo>
                  <a:lnTo>
                    <a:pt x="17111066" y="3133191"/>
                  </a:lnTo>
                  <a:lnTo>
                    <a:pt x="17150436" y="3162604"/>
                  </a:lnTo>
                  <a:lnTo>
                    <a:pt x="17188917" y="3193402"/>
                  </a:lnTo>
                  <a:lnTo>
                    <a:pt x="17226471" y="3225508"/>
                  </a:lnTo>
                  <a:lnTo>
                    <a:pt x="17263085" y="3258883"/>
                  </a:lnTo>
                  <a:lnTo>
                    <a:pt x="17298734" y="3293465"/>
                  </a:lnTo>
                  <a:lnTo>
                    <a:pt x="17333405" y="3329178"/>
                  </a:lnTo>
                  <a:lnTo>
                    <a:pt x="17367073" y="3365970"/>
                  </a:lnTo>
                  <a:lnTo>
                    <a:pt x="17399712" y="3403790"/>
                  </a:lnTo>
                  <a:lnTo>
                    <a:pt x="17431296" y="3442576"/>
                  </a:lnTo>
                  <a:lnTo>
                    <a:pt x="17461827" y="3482251"/>
                  </a:lnTo>
                  <a:lnTo>
                    <a:pt x="17491279" y="3522776"/>
                  </a:lnTo>
                  <a:lnTo>
                    <a:pt x="17519625" y="3564090"/>
                  </a:lnTo>
                  <a:lnTo>
                    <a:pt x="17546828" y="3606127"/>
                  </a:lnTo>
                  <a:lnTo>
                    <a:pt x="17572901" y="3648824"/>
                  </a:lnTo>
                  <a:lnTo>
                    <a:pt x="17597806" y="3692131"/>
                  </a:lnTo>
                  <a:lnTo>
                    <a:pt x="17621517" y="3735984"/>
                  </a:lnTo>
                  <a:lnTo>
                    <a:pt x="17644021" y="3780320"/>
                  </a:lnTo>
                  <a:lnTo>
                    <a:pt x="17665294" y="3825087"/>
                  </a:lnTo>
                  <a:lnTo>
                    <a:pt x="17685512" y="3870502"/>
                  </a:lnTo>
                  <a:lnTo>
                    <a:pt x="17704727" y="3916299"/>
                  </a:lnTo>
                  <a:lnTo>
                    <a:pt x="17722990" y="3962463"/>
                  </a:lnTo>
                  <a:lnTo>
                    <a:pt x="17740300" y="4008971"/>
                  </a:lnTo>
                  <a:lnTo>
                    <a:pt x="17756721" y="4055795"/>
                  </a:lnTo>
                  <a:lnTo>
                    <a:pt x="17772279" y="4102912"/>
                  </a:lnTo>
                  <a:lnTo>
                    <a:pt x="17786998" y="4150309"/>
                  </a:lnTo>
                  <a:lnTo>
                    <a:pt x="17800917" y="4197959"/>
                  </a:lnTo>
                  <a:lnTo>
                    <a:pt x="17814062" y="4245826"/>
                  </a:lnTo>
                  <a:lnTo>
                    <a:pt x="17826482" y="4293908"/>
                  </a:lnTo>
                  <a:lnTo>
                    <a:pt x="17838192" y="4342168"/>
                  </a:lnTo>
                  <a:lnTo>
                    <a:pt x="17849241" y="4390593"/>
                  </a:lnTo>
                  <a:lnTo>
                    <a:pt x="17859655" y="4439158"/>
                  </a:lnTo>
                  <a:lnTo>
                    <a:pt x="17869459" y="4487837"/>
                  </a:lnTo>
                  <a:lnTo>
                    <a:pt x="17878705" y="4536605"/>
                  </a:lnTo>
                  <a:lnTo>
                    <a:pt x="17887404" y="4585449"/>
                  </a:lnTo>
                  <a:lnTo>
                    <a:pt x="17893653" y="4624756"/>
                  </a:lnTo>
                  <a:lnTo>
                    <a:pt x="17899965" y="4666361"/>
                  </a:lnTo>
                  <a:lnTo>
                    <a:pt x="17907127" y="4709020"/>
                  </a:lnTo>
                  <a:lnTo>
                    <a:pt x="17915954" y="4751514"/>
                  </a:lnTo>
                  <a:lnTo>
                    <a:pt x="17927231" y="4792611"/>
                  </a:lnTo>
                  <a:lnTo>
                    <a:pt x="17941773" y="4831092"/>
                  </a:lnTo>
                  <a:lnTo>
                    <a:pt x="17960366" y="4865725"/>
                  </a:lnTo>
                  <a:lnTo>
                    <a:pt x="18012931" y="4918532"/>
                  </a:lnTo>
                  <a:lnTo>
                    <a:pt x="18048504" y="4934242"/>
                  </a:lnTo>
                  <a:lnTo>
                    <a:pt x="18091341" y="4941201"/>
                  </a:lnTo>
                  <a:lnTo>
                    <a:pt x="18142230" y="4938166"/>
                  </a:lnTo>
                  <a:lnTo>
                    <a:pt x="18181905" y="4927308"/>
                  </a:lnTo>
                  <a:lnTo>
                    <a:pt x="18216537" y="4908181"/>
                  </a:lnTo>
                  <a:lnTo>
                    <a:pt x="18246573" y="4881842"/>
                  </a:lnTo>
                  <a:lnTo>
                    <a:pt x="18272417" y="4849355"/>
                  </a:lnTo>
                  <a:lnTo>
                    <a:pt x="18287988" y="4822888"/>
                  </a:lnTo>
                  <a:lnTo>
                    <a:pt x="18287988" y="1799666"/>
                  </a:lnTo>
                  <a:lnTo>
                    <a:pt x="18286603" y="1785150"/>
                  </a:lnTo>
                  <a:lnTo>
                    <a:pt x="18282362" y="1735175"/>
                  </a:lnTo>
                  <a:lnTo>
                    <a:pt x="18278717" y="1685175"/>
                  </a:lnTo>
                  <a:lnTo>
                    <a:pt x="18275707" y="1635125"/>
                  </a:lnTo>
                  <a:lnTo>
                    <a:pt x="18273370" y="1585023"/>
                  </a:lnTo>
                  <a:lnTo>
                    <a:pt x="18271719" y="1534883"/>
                  </a:lnTo>
                  <a:lnTo>
                    <a:pt x="18270805" y="1484477"/>
                  </a:lnTo>
                  <a:lnTo>
                    <a:pt x="18270601" y="1434122"/>
                  </a:lnTo>
                  <a:lnTo>
                    <a:pt x="18271097" y="1383817"/>
                  </a:lnTo>
                  <a:lnTo>
                    <a:pt x="18274030" y="1283296"/>
                  </a:lnTo>
                  <a:lnTo>
                    <a:pt x="18276418" y="1233081"/>
                  </a:lnTo>
                  <a:lnTo>
                    <a:pt x="18279364" y="1182903"/>
                  </a:lnTo>
                  <a:lnTo>
                    <a:pt x="18282844" y="1132763"/>
                  </a:lnTo>
                  <a:lnTo>
                    <a:pt x="18286718" y="1084110"/>
                  </a:lnTo>
                  <a:lnTo>
                    <a:pt x="18287721" y="1072756"/>
                  </a:lnTo>
                  <a:lnTo>
                    <a:pt x="18287988" y="1067739"/>
                  </a:lnTo>
                  <a:lnTo>
                    <a:pt x="18287988" y="12"/>
                  </a:lnTo>
                  <a:close/>
                </a:path>
              </a:pathLst>
            </a:custGeom>
            <a:solidFill>
              <a:srgbClr val="CEB3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295141" y="7047382"/>
              <a:ext cx="1993264" cy="3239770"/>
            </a:xfrm>
            <a:custGeom>
              <a:avLst/>
              <a:gdLst/>
              <a:ahLst/>
              <a:cxnLst/>
              <a:rect l="l" t="t" r="r" b="b"/>
              <a:pathLst>
                <a:path w="1993265" h="3239770">
                  <a:moveTo>
                    <a:pt x="1606067" y="3239617"/>
                  </a:moveTo>
                  <a:lnTo>
                    <a:pt x="1573669" y="3151441"/>
                  </a:lnTo>
                  <a:lnTo>
                    <a:pt x="1533791" y="3064345"/>
                  </a:lnTo>
                  <a:lnTo>
                    <a:pt x="1487462" y="2980525"/>
                  </a:lnTo>
                  <a:lnTo>
                    <a:pt x="1435087" y="2900311"/>
                  </a:lnTo>
                  <a:lnTo>
                    <a:pt x="1377035" y="2824035"/>
                  </a:lnTo>
                  <a:lnTo>
                    <a:pt x="1313688" y="2752026"/>
                  </a:lnTo>
                  <a:lnTo>
                    <a:pt x="1245450" y="2684627"/>
                  </a:lnTo>
                  <a:lnTo>
                    <a:pt x="1172679" y="2622156"/>
                  </a:lnTo>
                  <a:lnTo>
                    <a:pt x="1095794" y="2564955"/>
                  </a:lnTo>
                  <a:lnTo>
                    <a:pt x="1015149" y="2513368"/>
                  </a:lnTo>
                  <a:lnTo>
                    <a:pt x="931151" y="2467699"/>
                  </a:lnTo>
                  <a:lnTo>
                    <a:pt x="844181" y="2428316"/>
                  </a:lnTo>
                  <a:lnTo>
                    <a:pt x="754608" y="2395524"/>
                  </a:lnTo>
                  <a:lnTo>
                    <a:pt x="662838" y="2369667"/>
                  </a:lnTo>
                  <a:lnTo>
                    <a:pt x="569252" y="2351087"/>
                  </a:lnTo>
                  <a:lnTo>
                    <a:pt x="474230" y="2340102"/>
                  </a:lnTo>
                  <a:lnTo>
                    <a:pt x="372986" y="2338387"/>
                  </a:lnTo>
                  <a:lnTo>
                    <a:pt x="322567" y="2342934"/>
                  </a:lnTo>
                  <a:lnTo>
                    <a:pt x="273329" y="2352103"/>
                  </a:lnTo>
                  <a:lnTo>
                    <a:pt x="226021" y="2366683"/>
                  </a:lnTo>
                  <a:lnTo>
                    <a:pt x="181419" y="2387409"/>
                  </a:lnTo>
                  <a:lnTo>
                    <a:pt x="140296" y="2415070"/>
                  </a:lnTo>
                  <a:lnTo>
                    <a:pt x="103581" y="2449995"/>
                  </a:lnTo>
                  <a:lnTo>
                    <a:pt x="73418" y="2490393"/>
                  </a:lnTo>
                  <a:lnTo>
                    <a:pt x="49669" y="2535186"/>
                  </a:lnTo>
                  <a:lnTo>
                    <a:pt x="32143" y="2583281"/>
                  </a:lnTo>
                  <a:lnTo>
                    <a:pt x="20688" y="2633599"/>
                  </a:lnTo>
                  <a:lnTo>
                    <a:pt x="15151" y="2685034"/>
                  </a:lnTo>
                  <a:lnTo>
                    <a:pt x="15354" y="2736532"/>
                  </a:lnTo>
                  <a:lnTo>
                    <a:pt x="20866" y="2786697"/>
                  </a:lnTo>
                  <a:lnTo>
                    <a:pt x="30899" y="2835999"/>
                  </a:lnTo>
                  <a:lnTo>
                    <a:pt x="45110" y="2884271"/>
                  </a:lnTo>
                  <a:lnTo>
                    <a:pt x="63195" y="2931363"/>
                  </a:lnTo>
                  <a:lnTo>
                    <a:pt x="84797" y="2977134"/>
                  </a:lnTo>
                  <a:lnTo>
                    <a:pt x="109601" y="3021406"/>
                  </a:lnTo>
                  <a:lnTo>
                    <a:pt x="167487" y="3104883"/>
                  </a:lnTo>
                  <a:lnTo>
                    <a:pt x="234238" y="3180854"/>
                  </a:lnTo>
                  <a:lnTo>
                    <a:pt x="295897" y="3239617"/>
                  </a:lnTo>
                  <a:lnTo>
                    <a:pt x="1606067" y="3239617"/>
                  </a:lnTo>
                  <a:close/>
                </a:path>
                <a:path w="1993265" h="3239770">
                  <a:moveTo>
                    <a:pt x="1992858" y="3239617"/>
                  </a:moveTo>
                  <a:lnTo>
                    <a:pt x="1992845" y="997597"/>
                  </a:lnTo>
                  <a:lnTo>
                    <a:pt x="1967293" y="966927"/>
                  </a:lnTo>
                  <a:lnTo>
                    <a:pt x="1936826" y="928966"/>
                  </a:lnTo>
                  <a:lnTo>
                    <a:pt x="1906866" y="890384"/>
                  </a:lnTo>
                  <a:lnTo>
                    <a:pt x="1877339" y="851255"/>
                  </a:lnTo>
                  <a:lnTo>
                    <a:pt x="1848180" y="811657"/>
                  </a:lnTo>
                  <a:lnTo>
                    <a:pt x="1819338" y="771690"/>
                  </a:lnTo>
                  <a:lnTo>
                    <a:pt x="1790738" y="731431"/>
                  </a:lnTo>
                  <a:lnTo>
                    <a:pt x="1762315" y="690956"/>
                  </a:lnTo>
                  <a:lnTo>
                    <a:pt x="1649107" y="528675"/>
                  </a:lnTo>
                  <a:lnTo>
                    <a:pt x="1620596" y="488429"/>
                  </a:lnTo>
                  <a:lnTo>
                    <a:pt x="1591881" y="448475"/>
                  </a:lnTo>
                  <a:lnTo>
                    <a:pt x="1562887" y="408889"/>
                  </a:lnTo>
                  <a:lnTo>
                    <a:pt x="1533550" y="369785"/>
                  </a:lnTo>
                  <a:lnTo>
                    <a:pt x="1503807" y="331216"/>
                  </a:lnTo>
                  <a:lnTo>
                    <a:pt x="1472653" y="292417"/>
                  </a:lnTo>
                  <a:lnTo>
                    <a:pt x="1440281" y="254254"/>
                  </a:lnTo>
                  <a:lnTo>
                    <a:pt x="1406601" y="217182"/>
                  </a:lnTo>
                  <a:lnTo>
                    <a:pt x="1371473" y="181622"/>
                  </a:lnTo>
                  <a:lnTo>
                    <a:pt x="1334808" y="148018"/>
                  </a:lnTo>
                  <a:lnTo>
                    <a:pt x="1296479" y="116801"/>
                  </a:lnTo>
                  <a:lnTo>
                    <a:pt x="1256385" y="88430"/>
                  </a:lnTo>
                  <a:lnTo>
                    <a:pt x="1214412" y="63334"/>
                  </a:lnTo>
                  <a:lnTo>
                    <a:pt x="1170457" y="41948"/>
                  </a:lnTo>
                  <a:lnTo>
                    <a:pt x="1124394" y="24726"/>
                  </a:lnTo>
                  <a:lnTo>
                    <a:pt x="1074801" y="11747"/>
                  </a:lnTo>
                  <a:lnTo>
                    <a:pt x="1024547" y="3695"/>
                  </a:lnTo>
                  <a:lnTo>
                    <a:pt x="973785" y="0"/>
                  </a:lnTo>
                  <a:lnTo>
                    <a:pt x="922642" y="139"/>
                  </a:lnTo>
                  <a:lnTo>
                    <a:pt x="871258" y="3568"/>
                  </a:lnTo>
                  <a:lnTo>
                    <a:pt x="819785" y="9740"/>
                  </a:lnTo>
                  <a:lnTo>
                    <a:pt x="768337" y="18122"/>
                  </a:lnTo>
                  <a:lnTo>
                    <a:pt x="717080" y="28155"/>
                  </a:lnTo>
                  <a:lnTo>
                    <a:pt x="666127" y="39306"/>
                  </a:lnTo>
                  <a:lnTo>
                    <a:pt x="568172" y="62433"/>
                  </a:lnTo>
                  <a:lnTo>
                    <a:pt x="520344" y="74612"/>
                  </a:lnTo>
                  <a:lnTo>
                    <a:pt x="472516" y="87833"/>
                  </a:lnTo>
                  <a:lnTo>
                    <a:pt x="425056" y="102387"/>
                  </a:lnTo>
                  <a:lnTo>
                    <a:pt x="378320" y="118554"/>
                  </a:lnTo>
                  <a:lnTo>
                    <a:pt x="332676" y="136613"/>
                  </a:lnTo>
                  <a:lnTo>
                    <a:pt x="288480" y="156832"/>
                  </a:lnTo>
                  <a:lnTo>
                    <a:pt x="246113" y="179501"/>
                  </a:lnTo>
                  <a:lnTo>
                    <a:pt x="205930" y="204901"/>
                  </a:lnTo>
                  <a:lnTo>
                    <a:pt x="168287" y="233299"/>
                  </a:lnTo>
                  <a:lnTo>
                    <a:pt x="133565" y="264985"/>
                  </a:lnTo>
                  <a:lnTo>
                    <a:pt x="102120" y="300240"/>
                  </a:lnTo>
                  <a:lnTo>
                    <a:pt x="74333" y="339331"/>
                  </a:lnTo>
                  <a:lnTo>
                    <a:pt x="49834" y="383971"/>
                  </a:lnTo>
                  <a:lnTo>
                    <a:pt x="30861" y="430707"/>
                  </a:lnTo>
                  <a:lnTo>
                    <a:pt x="16891" y="479183"/>
                  </a:lnTo>
                  <a:lnTo>
                    <a:pt x="7429" y="529056"/>
                  </a:lnTo>
                  <a:lnTo>
                    <a:pt x="1968" y="580021"/>
                  </a:lnTo>
                  <a:lnTo>
                    <a:pt x="0" y="631710"/>
                  </a:lnTo>
                  <a:lnTo>
                    <a:pt x="939" y="679310"/>
                  </a:lnTo>
                  <a:lnTo>
                    <a:pt x="1028" y="683818"/>
                  </a:lnTo>
                  <a:lnTo>
                    <a:pt x="4533" y="735977"/>
                  </a:lnTo>
                  <a:lnTo>
                    <a:pt x="10033" y="787882"/>
                  </a:lnTo>
                  <a:lnTo>
                    <a:pt x="17005" y="839177"/>
                  </a:lnTo>
                  <a:lnTo>
                    <a:pt x="24904" y="890028"/>
                  </a:lnTo>
                  <a:lnTo>
                    <a:pt x="33604" y="940752"/>
                  </a:lnTo>
                  <a:lnTo>
                    <a:pt x="43091" y="991323"/>
                  </a:lnTo>
                  <a:lnTo>
                    <a:pt x="53352" y="1041755"/>
                  </a:lnTo>
                  <a:lnTo>
                    <a:pt x="64401" y="1092009"/>
                  </a:lnTo>
                  <a:lnTo>
                    <a:pt x="76225" y="1142085"/>
                  </a:lnTo>
                  <a:lnTo>
                    <a:pt x="88811" y="1191983"/>
                  </a:lnTo>
                  <a:lnTo>
                    <a:pt x="102171" y="1241679"/>
                  </a:lnTo>
                  <a:lnTo>
                    <a:pt x="116306" y="1291158"/>
                  </a:lnTo>
                  <a:lnTo>
                    <a:pt x="131191" y="1340421"/>
                  </a:lnTo>
                  <a:lnTo>
                    <a:pt x="146837" y="1389443"/>
                  </a:lnTo>
                  <a:lnTo>
                    <a:pt x="163245" y="1438224"/>
                  </a:lnTo>
                  <a:lnTo>
                    <a:pt x="180390" y="1486750"/>
                  </a:lnTo>
                  <a:lnTo>
                    <a:pt x="198297" y="1535010"/>
                  </a:lnTo>
                  <a:lnTo>
                    <a:pt x="216941" y="1582991"/>
                  </a:lnTo>
                  <a:lnTo>
                    <a:pt x="236232" y="1630400"/>
                  </a:lnTo>
                  <a:lnTo>
                    <a:pt x="256933" y="1677492"/>
                  </a:lnTo>
                  <a:lnTo>
                    <a:pt x="279336" y="1723834"/>
                  </a:lnTo>
                  <a:lnTo>
                    <a:pt x="303758" y="1768957"/>
                  </a:lnTo>
                  <a:lnTo>
                    <a:pt x="330492" y="1812404"/>
                  </a:lnTo>
                  <a:lnTo>
                    <a:pt x="359879" y="1853717"/>
                  </a:lnTo>
                  <a:lnTo>
                    <a:pt x="392201" y="1892452"/>
                  </a:lnTo>
                  <a:lnTo>
                    <a:pt x="427761" y="1928152"/>
                  </a:lnTo>
                  <a:lnTo>
                    <a:pt x="466890" y="1960346"/>
                  </a:lnTo>
                  <a:lnTo>
                    <a:pt x="505790" y="1986432"/>
                  </a:lnTo>
                  <a:lnTo>
                    <a:pt x="546379" y="2008644"/>
                  </a:lnTo>
                  <a:lnTo>
                    <a:pt x="588479" y="2027402"/>
                  </a:lnTo>
                  <a:lnTo>
                    <a:pt x="631901" y="2043188"/>
                  </a:lnTo>
                  <a:lnTo>
                    <a:pt x="676452" y="2056409"/>
                  </a:lnTo>
                  <a:lnTo>
                    <a:pt x="721969" y="2067547"/>
                  </a:lnTo>
                  <a:lnTo>
                    <a:pt x="768261" y="2077034"/>
                  </a:lnTo>
                  <a:lnTo>
                    <a:pt x="815136" y="2085301"/>
                  </a:lnTo>
                  <a:lnTo>
                    <a:pt x="957465" y="2107336"/>
                  </a:lnTo>
                  <a:lnTo>
                    <a:pt x="1004862" y="2115235"/>
                  </a:lnTo>
                  <a:lnTo>
                    <a:pt x="1051928" y="2124164"/>
                  </a:lnTo>
                  <a:lnTo>
                    <a:pt x="1098486" y="2134552"/>
                  </a:lnTo>
                  <a:lnTo>
                    <a:pt x="1144346" y="2146846"/>
                  </a:lnTo>
                  <a:lnTo>
                    <a:pt x="1189329" y="2161514"/>
                  </a:lnTo>
                  <a:lnTo>
                    <a:pt x="1235329" y="2179802"/>
                  </a:lnTo>
                  <a:lnTo>
                    <a:pt x="1279715" y="2200910"/>
                  </a:lnTo>
                  <a:lnTo>
                    <a:pt x="1322489" y="2224684"/>
                  </a:lnTo>
                  <a:lnTo>
                    <a:pt x="1363675" y="2250973"/>
                  </a:lnTo>
                  <a:lnTo>
                    <a:pt x="1403273" y="2279637"/>
                  </a:lnTo>
                  <a:lnTo>
                    <a:pt x="1441297" y="2310523"/>
                  </a:lnTo>
                  <a:lnTo>
                    <a:pt x="1477772" y="2343480"/>
                  </a:lnTo>
                  <a:lnTo>
                    <a:pt x="1512697" y="2378367"/>
                  </a:lnTo>
                  <a:lnTo>
                    <a:pt x="1546098" y="2415032"/>
                  </a:lnTo>
                  <a:lnTo>
                    <a:pt x="1577987" y="2453322"/>
                  </a:lnTo>
                  <a:lnTo>
                    <a:pt x="1608366" y="2493099"/>
                  </a:lnTo>
                  <a:lnTo>
                    <a:pt x="1637271" y="2534208"/>
                  </a:lnTo>
                  <a:lnTo>
                    <a:pt x="1664690" y="2576499"/>
                  </a:lnTo>
                  <a:lnTo>
                    <a:pt x="1690662" y="2619832"/>
                  </a:lnTo>
                  <a:lnTo>
                    <a:pt x="1715173" y="2664053"/>
                  </a:lnTo>
                  <a:lnTo>
                    <a:pt x="1738261" y="2709011"/>
                  </a:lnTo>
                  <a:lnTo>
                    <a:pt x="1759927" y="2754566"/>
                  </a:lnTo>
                  <a:lnTo>
                    <a:pt x="1780184" y="2800566"/>
                  </a:lnTo>
                  <a:lnTo>
                    <a:pt x="1799056" y="2846870"/>
                  </a:lnTo>
                  <a:lnTo>
                    <a:pt x="1816722" y="2893428"/>
                  </a:lnTo>
                  <a:lnTo>
                    <a:pt x="1833448" y="2940304"/>
                  </a:lnTo>
                  <a:lnTo>
                    <a:pt x="1849335" y="2987484"/>
                  </a:lnTo>
                  <a:lnTo>
                    <a:pt x="1864512" y="3034919"/>
                  </a:lnTo>
                  <a:lnTo>
                    <a:pt x="1879066" y="3082569"/>
                  </a:lnTo>
                  <a:lnTo>
                    <a:pt x="1893125" y="3130385"/>
                  </a:lnTo>
                  <a:lnTo>
                    <a:pt x="1906790" y="3178352"/>
                  </a:lnTo>
                  <a:lnTo>
                    <a:pt x="1920176" y="3226409"/>
                  </a:lnTo>
                  <a:lnTo>
                    <a:pt x="1923808" y="3239617"/>
                  </a:lnTo>
                  <a:lnTo>
                    <a:pt x="1992858" y="3239617"/>
                  </a:lnTo>
                  <a:close/>
                </a:path>
              </a:pathLst>
            </a:custGeom>
            <a:solidFill>
              <a:srgbClr val="3E2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310487" y="1562734"/>
              <a:ext cx="1260157" cy="4114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</TotalTime>
  <Words>1390</Words>
  <Application>Microsoft Office PowerPoint</Application>
  <PresentationFormat>Custom</PresentationFormat>
  <Paragraphs>142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 MT</vt:lpstr>
      <vt:lpstr>Segoe UI</vt:lpstr>
      <vt:lpstr>Tahoma</vt:lpstr>
      <vt:lpstr>Times New Roman</vt:lpstr>
      <vt:lpstr>Trebuchet MS</vt:lpstr>
      <vt:lpstr>Office Theme</vt:lpstr>
      <vt:lpstr>PowerPoint Presentation</vt:lpstr>
      <vt:lpstr>OVERVIEW</vt:lpstr>
      <vt:lpstr>ABSTRACT</vt:lpstr>
      <vt:lpstr>INTRODUCTION</vt:lpstr>
      <vt:lpstr>INTRODUCTION</vt:lpstr>
      <vt:lpstr>SYSTEM COMPONENTS</vt:lpstr>
      <vt:lpstr>SYSTEM COMPONENTS</vt:lpstr>
      <vt:lpstr>SYSTEM COMPONENTS</vt:lpstr>
      <vt:lpstr>SYSTEM COMPONENTS</vt:lpstr>
      <vt:lpstr>OBJECTIVES</vt:lpstr>
      <vt:lpstr>OBJECTIVES</vt:lpstr>
      <vt:lpstr>SYSTEM ARCHITECTURE</vt:lpstr>
      <vt:lpstr>CLASS DIAGRAM</vt:lpstr>
      <vt:lpstr>USE CASE DIAGRAM</vt:lpstr>
      <vt:lpstr>ALTERNATIVES</vt:lpstr>
      <vt:lpstr>PROJECT SCOPE</vt:lpstr>
      <vt:lpstr>SYSTEM SPECIFICATION</vt:lpstr>
      <vt:lpstr>SYSTEM OUTPUT</vt:lpstr>
      <vt:lpstr>SUMMARY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Cream Purple Abstract Thesis Defense Presentation</dc:title>
  <dc:creator>Mahesh Kumar</dc:creator>
  <cp:lastModifiedBy>mahiiyer007@gmail.com</cp:lastModifiedBy>
  <cp:revision>3</cp:revision>
  <dcterms:created xsi:type="dcterms:W3CDTF">2025-04-14T16:21:47Z</dcterms:created>
  <dcterms:modified xsi:type="dcterms:W3CDTF">2025-04-15T10:03:11Z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2025-04-14T00:00:00Z</vt:filetime>
  </property>
  <property fmtid="{D5CDD505-2E9C-101B-9397-08002B2CF9AE}" pid="5" name="Producer">
    <vt:lpwstr>Microsoft® PowerPoint® for Microsoft 365</vt:lpwstr>
  </property>
</Properties>
</file>